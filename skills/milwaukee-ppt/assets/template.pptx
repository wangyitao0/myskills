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63651" y="457200"/>
            <a:ext cx="752475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669809-1125-44EB-B1DA-151315EDE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6B946A-BEB7-4EAC-BE79-B483635C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290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Wingdings</vt:lpstr>
      <vt:lpstr>2015 template</vt:lpstr>
      <vt:lpstr>PowerPoint Presentation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David Wang Yi Tao (CN.MS-PIE) 王逸韬</cp:lastModifiedBy>
  <cp:revision>6</cp:revision>
  <dcterms:created xsi:type="dcterms:W3CDTF">2025-03-12T16:17:19Z</dcterms:created>
  <dcterms:modified xsi:type="dcterms:W3CDTF">2026-03-22T22:57:36Z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