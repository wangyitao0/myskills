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slideLayouts/slideLayout4.xml" ContentType="application/vnd.openxmlformats-officedocument.presentationml.slideLayout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61" r:id="rId5"/>
    <p:sldId id="259" r:id="rId6"/>
    <p:sldId id="298" r:id="rId7"/>
    <p:sldId id="2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  <Relationship Id="rId15" Type="http://schemas.openxmlformats.org/officeDocument/2006/relationships/slide" Target="slides/slide4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957ACD-35D2-BBE4-14C0-1BE0B22AA5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68AB88D-802B-F1B6-FF6E-1D5B255B7788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55158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669809-1125-44EB-B1DA-151315EDE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01" y="0"/>
            <a:ext cx="754380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6B946A-BEB7-4EAC-BE79-B483635C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2903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E02E-C764-F387-0497-250FC4F2C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01" y="0"/>
            <a:ext cx="7543800" cy="0"/>
          </a:xfrm>
        </p:spPr>
        <p:txBody>
          <a:bodyPr/>
          <a:lstStyle/>
          <a:p>
            <a:endParaRPr lang="en-C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79A0B8-7309-41B4-4E2E-61A7D419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TextBox 62">
            <a:extLst>
              <a:ext uri="{FF2B5EF4-FFF2-40B4-BE49-F238E27FC236}">
                <a16:creationId xmlns:a16="http://schemas.microsoft.com/office/drawing/2014/main" id="{48CD465D-9BFB-D0BC-2EE4-A2701DA3F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75" y="5579048"/>
            <a:ext cx="11874874" cy="897952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57884537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ead"/>
          <p:cNvSpPr txBox="1">
            <a:spLocks noGrp="1"/>
          </p:cNvSpPr>
          <p:nvPr/>
        </p:nvSpPr>
        <p:spPr>
          <a:xfrm>
            <a:off x="512064" y="1188720"/>
            <a:ext cx="10881360" cy="38404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20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2000" b="1">
                <a:solidFill>
                  <a:srgbClr val="1A1A1A"/>
                </a:solidFill>
                <a:latin typeface="Arial"/>
                <a:ea typeface="PingFang SC"/>
              </a:rPr>
              <a:t>结论与证据</a:t>
            </a:r>
          </a:p>
        </p:txBody>
      </p:sp>
      <p:sp>
        <p:nvSpPr>
          <p:cNvPr id="24" name="Conclusion"/>
          <p:cNvSpPr txBox="1">
            <a:spLocks noGrp="1"/>
          </p:cNvSpPr>
          <p:nvPr/>
        </p:nvSpPr>
        <p:spPr>
          <a:xfrm>
            <a:off x="512064" y="6108192"/>
            <a:ext cx="11164824" cy="329184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txBody>
          <a:bodyPr wrap="none" anchor="ctr" lIns="109728" rIns="109728" tIns="0" bIns="0">
            <a:noAutofit/>
          </a:bodyPr>
          <a:lstStyle>
            <a:lvl1pPr marL="0" indent="0" algn="l">
              <a:buNone/>
              <a:defRPr sz="14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400" b="0">
                <a:solidFill>
                  <a:srgbClr val="1A1A1A"/>
                </a:solidFill>
                <a:latin typeface="Arial"/>
                <a:ea typeface="PingFang SC"/>
              </a:rPr>
              <a:t>结论占位：按证据填写</a:t>
            </a:r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r>
              <a:rPr lang="zh-CN"/>
              <a:t>用对应事实说明改前与改后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zh-CN"/>
              <a:t>工作方式对比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逸韬 王</cp:lastModifiedBy>
  <cp:revision>7</cp:revision>
  <dcterms:created xsi:type="dcterms:W3CDTF">2025-03-12T16:17:19Z</dcterms:created>
  <dcterms:modified xsi:type="dcterms:W3CDTF">2026-05-20T02:28:11Z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