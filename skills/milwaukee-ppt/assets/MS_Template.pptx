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8"/>
  </p:notesMasterIdLst>
  <p:sldIdLst>
    <p:sldId id="261" r:id="rId5"/>
    <p:sldId id="259" r:id="rId6"/>
    <p:sldId id="298" r:id="rId7"/>
    <p:sldId id="299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B011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C927820-B03C-435F-9827-65C866EC7EBE}" v="1" dt="2026-02-25T03:10:53.85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25" autoAdjust="0"/>
    <p:restoredTop sz="94660"/>
  </p:normalViewPr>
  <p:slideViewPr>
    <p:cSldViewPr snapToGrid="0">
      <p:cViewPr varScale="1">
        <p:scale>
          <a:sx n="127" d="100"/>
          <a:sy n="127" d="100"/>
        </p:scale>
        <p:origin x="37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97" d="100"/>
          <a:sy n="97" d="100"/>
        </p:scale>
        <p:origin x="4328" y="20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microsoft.com/office/2016/11/relationships/changesInfo" Target="changesInfos/changesInfo1.xml"/><Relationship Id="rId14" Type="http://schemas.microsoft.com/office/2015/10/relationships/revisionInfo" Target="revisionInfo.xml"/><Relationship Id="rId15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vid Wang Yi Tao (CN.MS-PIE) 王逸韬" userId="f2478d3e-731c-412b-9573-d7d8a124d225" providerId="ADAL" clId="{494E8C11-4D4E-4C2B-A295-50700AB3EC1D}"/>
    <pc:docChg chg="modSld delMainMaster">
      <pc:chgData name="David Wang Yi Tao (CN.MS-PIE) 王逸韬" userId="f2478d3e-731c-412b-9573-d7d8a124d225" providerId="ADAL" clId="{494E8C11-4D4E-4C2B-A295-50700AB3EC1D}" dt="2026-02-25T03:10:53.856" v="1"/>
      <pc:docMkLst>
        <pc:docMk/>
      </pc:docMkLst>
      <pc:sldChg chg="modSp">
        <pc:chgData name="David Wang Yi Tao (CN.MS-PIE) 王逸韬" userId="f2478d3e-731c-412b-9573-d7d8a124d225" providerId="ADAL" clId="{494E8C11-4D4E-4C2B-A295-50700AB3EC1D}" dt="2026-02-25T03:10:53.856" v="1"/>
        <pc:sldMkLst>
          <pc:docMk/>
          <pc:sldMk cId="3620478631" sldId="7834"/>
        </pc:sldMkLst>
        <pc:spChg chg="mod">
          <ac:chgData name="David Wang Yi Tao (CN.MS-PIE) 王逸韬" userId="f2478d3e-731c-412b-9573-d7d8a124d225" providerId="ADAL" clId="{494E8C11-4D4E-4C2B-A295-50700AB3EC1D}" dt="2026-02-25T03:10:53.856" v="1"/>
          <ac:spMkLst>
            <pc:docMk/>
            <pc:sldMk cId="3620478631" sldId="7834"/>
            <ac:spMk id="2" creationId="{E229DF9C-D0AF-BD29-290D-2CFFC1707D59}"/>
          </ac:spMkLst>
        </pc:spChg>
        <pc:spChg chg="mod">
          <ac:chgData name="David Wang Yi Tao (CN.MS-PIE) 王逸韬" userId="f2478d3e-731c-412b-9573-d7d8a124d225" providerId="ADAL" clId="{494E8C11-4D4E-4C2B-A295-50700AB3EC1D}" dt="2026-02-25T03:10:53.856" v="1"/>
          <ac:spMkLst>
            <pc:docMk/>
            <pc:sldMk cId="3620478631" sldId="7834"/>
            <ac:spMk id="4" creationId="{14A5351C-6542-F056-BBE4-0BADA95563B9}"/>
          </ac:spMkLst>
        </pc:spChg>
      </pc:sldChg>
      <pc:sldMasterChg chg="del">
        <pc:chgData name="David Wang Yi Tao (CN.MS-PIE) 王逸韬" userId="f2478d3e-731c-412b-9573-d7d8a124d225" providerId="ADAL" clId="{494E8C11-4D4E-4C2B-A295-50700AB3EC1D}" dt="2026-02-25T03:10:51.365" v="0" actId="2696"/>
        <pc:sldMasterMkLst>
          <pc:docMk/>
          <pc:sldMasterMk cId="837834762" sldId="2147483695"/>
        </pc:sldMasterMkLst>
      </pc:sldMaster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CE1F36-0BB3-4986-B8DB-265880AD27DE}" type="datetimeFigureOut">
              <a:rPr lang="en-US" smtClean="0"/>
              <a:t>5/20/26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9DB73A-935A-4257-9CC0-0C7A908313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5488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13"/>
          <p:cNvSpPr>
            <a:spLocks noGrp="1"/>
          </p:cNvSpPr>
          <p:nvPr>
            <p:ph type="body" sz="quarter" idx="10" hasCustomPrompt="1"/>
          </p:nvPr>
        </p:nvSpPr>
        <p:spPr>
          <a:xfrm>
            <a:off x="4644601" y="457200"/>
            <a:ext cx="7543800" cy="381000"/>
          </a:xfrm>
          <a:prstGeom prst="rect">
            <a:avLst/>
          </a:prstGeom>
        </p:spPr>
        <p:txBody>
          <a:bodyPr/>
          <a:lstStyle>
            <a:lvl1pPr marL="0" indent="0" algn="r">
              <a:lnSpc>
                <a:spcPct val="150000"/>
              </a:lnSpc>
              <a:buNone/>
              <a:defRPr sz="1500" b="0">
                <a:solidFill>
                  <a:schemeClr val="bg1"/>
                </a:solidFill>
                <a:latin typeface="+mj-lt"/>
              </a:defRPr>
            </a:lvl1pPr>
            <a:lvl5pPr algn="r">
              <a:lnSpc>
                <a:spcPct val="150000"/>
              </a:lnSpc>
              <a:defRPr sz="1500" b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add Secondary Title</a:t>
            </a:r>
          </a:p>
          <a:p>
            <a:pPr lvl="4"/>
            <a:endParaRPr lang="en-US" dirty="0"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4644601" y="87850"/>
            <a:ext cx="7543800" cy="369350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400" spc="0">
                <a:solidFill>
                  <a:srgbClr val="F3F3F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defRPr>
            </a:lvl1pPr>
          </a:lstStyle>
          <a:p>
            <a:r>
              <a:rPr lang="en-US" dirty="0"/>
              <a:t>CLICK TO ADD PRIMARY TITLE</a:t>
            </a:r>
          </a:p>
        </p:txBody>
      </p:sp>
    </p:spTree>
    <p:extLst>
      <p:ext uri="{BB962C8B-B14F-4D97-AF65-F5344CB8AC3E}">
        <p14:creationId xmlns:p14="http://schemas.microsoft.com/office/powerpoint/2010/main" val="864985971"/>
      </p:ext>
    </p:extLst>
  </p:cSld>
  <p:clrMapOvr>
    <a:masterClrMapping/>
  </p:clrMapOvr>
  <p:transition>
    <p:fade thruBlk="1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rgbClr val="DB01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5"/>
          <p:cNvSpPr>
            <a:spLocks noChangeArrowheads="1"/>
          </p:cNvSpPr>
          <p:nvPr/>
        </p:nvSpPr>
        <p:spPr bwMode="auto">
          <a:xfrm>
            <a:off x="12636506" y="1995489"/>
            <a:ext cx="184731" cy="50276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2667" dirty="0">
              <a:solidFill>
                <a:srgbClr val="000000"/>
              </a:solidFill>
            </a:endParaRPr>
          </a:p>
        </p:txBody>
      </p:sp>
      <p:grpSp>
        <p:nvGrpSpPr>
          <p:cNvPr id="6" name="Group 6"/>
          <p:cNvGrpSpPr>
            <a:grpSpLocks/>
          </p:cNvGrpSpPr>
          <p:nvPr/>
        </p:nvGrpSpPr>
        <p:grpSpPr bwMode="auto">
          <a:xfrm>
            <a:off x="2133600" y="1374776"/>
            <a:ext cx="7721600" cy="2625725"/>
            <a:chOff x="576" y="986"/>
            <a:chExt cx="4608" cy="1654"/>
          </a:xfrm>
        </p:grpSpPr>
        <p:sp>
          <p:nvSpPr>
            <p:cNvPr id="7" name="Line 7"/>
            <p:cNvSpPr>
              <a:spLocks noChangeShapeType="1"/>
            </p:cNvSpPr>
            <p:nvPr userDrawn="1"/>
          </p:nvSpPr>
          <p:spPr bwMode="auto">
            <a:xfrm>
              <a:off x="576" y="2640"/>
              <a:ext cx="4608" cy="0"/>
            </a:xfrm>
            <a:prstGeom prst="line">
              <a:avLst/>
            </a:prstGeom>
            <a:noFill/>
            <a:ln w="28575">
              <a:solidFill>
                <a:schemeClr val="bg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2400" dirty="0">
                <a:solidFill>
                  <a:srgbClr val="000000"/>
                </a:solidFill>
              </a:endParaRPr>
            </a:p>
          </p:txBody>
        </p:sp>
        <p:pic>
          <p:nvPicPr>
            <p:cNvPr id="8" name="Picture 8" descr="NBHD and Logo_stacked_alt"/>
            <p:cNvPicPr>
              <a:picLocks noChangeAspect="1" noChangeArrowheads="1"/>
            </p:cNvPicPr>
            <p:nvPr userDrawn="1"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09" y="986"/>
              <a:ext cx="3744" cy="141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  <p:sp>
        <p:nvSpPr>
          <p:cNvPr id="88067" name="Rectangle 3"/>
          <p:cNvSpPr>
            <a:spLocks noGrp="1" noChangeArrowheads="1"/>
          </p:cNvSpPr>
          <p:nvPr>
            <p:ph type="ctrTitle"/>
          </p:nvPr>
        </p:nvSpPr>
        <p:spPr>
          <a:xfrm>
            <a:off x="914400" y="4419600"/>
            <a:ext cx="10363200" cy="457200"/>
          </a:xfrm>
          <a:prstGeom prst="rect">
            <a:avLst/>
          </a:prstGeom>
        </p:spPr>
        <p:txBody>
          <a:bodyPr anchor="t"/>
          <a:lstStyle>
            <a:lvl1pPr algn="ctr">
              <a:lnSpc>
                <a:spcPct val="90000"/>
              </a:lnSpc>
              <a:defRPr sz="29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8068" name="Rectangle 4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1828800" y="4953000"/>
            <a:ext cx="8534400" cy="457200"/>
          </a:xfrm>
          <a:prstGeom prst="rect">
            <a:avLst/>
          </a:prstGeom>
        </p:spPr>
        <p:txBody>
          <a:bodyPr/>
          <a:lstStyle>
            <a:lvl1pPr marL="0" indent="0" algn="ctr">
              <a:buFont typeface="Wingdings" charset="2"/>
              <a:buNone/>
              <a:defRPr sz="28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9" name="Text Box 2"/>
          <p:cNvSpPr txBox="1">
            <a:spLocks noChangeArrowheads="1"/>
          </p:cNvSpPr>
          <p:nvPr/>
        </p:nvSpPr>
        <p:spPr bwMode="auto">
          <a:xfrm>
            <a:off x="0" y="6629403"/>
            <a:ext cx="12192000" cy="153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marR="0" indent="0" algn="l" defTabSz="1219170" rtl="0" eaLnBrk="0" fontAlgn="base" latinLnBrk="0" hangingPunct="0">
              <a:lnSpc>
                <a:spcPct val="5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800" b="1" dirty="0">
                <a:solidFill>
                  <a:schemeClr val="bg1">
                    <a:lumMod val="50000"/>
                  </a:schemeClr>
                </a:solidFill>
              </a:rPr>
              <a:t>Confidential Document </a:t>
            </a:r>
            <a:r>
              <a:rPr lang="en-US" sz="800" dirty="0">
                <a:solidFill>
                  <a:schemeClr val="bg1">
                    <a:lumMod val="50000"/>
                  </a:schemeClr>
                </a:solidFill>
              </a:rPr>
              <a:t>Property of MILWAUKEE </a:t>
            </a:r>
            <a:r>
              <a:rPr lang="en-US" sz="800" baseline="0" dirty="0">
                <a:solidFill>
                  <a:schemeClr val="bg1">
                    <a:lumMod val="50000"/>
                  </a:schemeClr>
                </a:solidFill>
              </a:rPr>
              <a:t>TOOL</a:t>
            </a:r>
            <a:r>
              <a:rPr lang="en-US" sz="800" dirty="0">
                <a:solidFill>
                  <a:schemeClr val="bg1">
                    <a:lumMod val="50000"/>
                  </a:schemeClr>
                </a:solidFill>
              </a:rPr>
              <a:t> Brookfield, Wisconsin 53005 </a:t>
            </a:r>
          </a:p>
        </p:txBody>
      </p:sp>
    </p:spTree>
    <p:extLst>
      <p:ext uri="{BB962C8B-B14F-4D97-AF65-F5344CB8AC3E}">
        <p14:creationId xmlns:p14="http://schemas.microsoft.com/office/powerpoint/2010/main" val="3298321180"/>
      </p:ext>
    </p:extLst>
  </p:cSld>
  <p:clrMapOvr>
    <a:masterClrMapping/>
  </p:clrMapOvr>
  <p:transition>
    <p:fade thruBlk="1"/>
  </p:transition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ank  Slide WITH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508000" y="1295400"/>
            <a:ext cx="11379200" cy="5257800"/>
          </a:xfrm>
          <a:prstGeom prst="rect">
            <a:avLst/>
          </a:prstGeom>
        </p:spPr>
        <p:txBody>
          <a:bodyPr/>
          <a:lstStyle>
            <a:lvl1pPr marL="457189" indent="-457189">
              <a:buClr>
                <a:srgbClr val="E31937"/>
              </a:buClr>
              <a:buFont typeface="Wingdings" panose="05000000000000000000" pitchFamily="2" charset="2"/>
              <a:buChar char="§"/>
              <a:defRPr sz="3200" b="1">
                <a:latin typeface="+mn-lt"/>
              </a:defRPr>
            </a:lvl1pPr>
            <a:lvl2pPr marL="990575" indent="-380990">
              <a:buClr>
                <a:srgbClr val="E31937"/>
              </a:buClr>
              <a:buFont typeface="Wingdings" panose="05000000000000000000" pitchFamily="2" charset="2"/>
              <a:buChar char="§"/>
              <a:defRPr sz="2667">
                <a:latin typeface="+mn-lt"/>
              </a:defRPr>
            </a:lvl2pPr>
            <a:lvl3pPr marL="1523962" indent="-304792">
              <a:buClr>
                <a:srgbClr val="E31937"/>
              </a:buClr>
              <a:buFont typeface="Wingdings" panose="05000000000000000000" pitchFamily="2" charset="2"/>
              <a:buChar char="§"/>
              <a:defRPr sz="2400">
                <a:latin typeface="+mn-lt"/>
              </a:defRPr>
            </a:lvl3pPr>
            <a:lvl4pPr marL="2133547" indent="-304792">
              <a:buClr>
                <a:srgbClr val="E31937"/>
              </a:buClr>
              <a:buFont typeface="Wingdings" panose="05000000000000000000" pitchFamily="2" charset="2"/>
              <a:buChar char="§"/>
              <a:defRPr sz="1867">
                <a:latin typeface="+mn-lt"/>
              </a:defRPr>
            </a:lvl4pPr>
            <a:lvl5pPr marL="2743131" indent="-304792">
              <a:buClr>
                <a:srgbClr val="E31937"/>
              </a:buClr>
              <a:buFont typeface="Wingdings" panose="05000000000000000000" pitchFamily="2" charset="2"/>
              <a:buChar char="§"/>
              <a:defRPr sz="1867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ext Placeholder 13"/>
          <p:cNvSpPr>
            <a:spLocks noGrp="1"/>
          </p:cNvSpPr>
          <p:nvPr>
            <p:ph type="body" sz="quarter" idx="10" hasCustomPrompt="1"/>
          </p:nvPr>
        </p:nvSpPr>
        <p:spPr>
          <a:xfrm>
            <a:off x="4644601" y="457200"/>
            <a:ext cx="7543800" cy="3810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500" b="0">
                <a:solidFill>
                  <a:schemeClr val="bg1"/>
                </a:solidFill>
                <a:latin typeface="+mj-lt"/>
              </a:defRPr>
            </a:lvl1pPr>
            <a:lvl5pPr algn="r">
              <a:defRPr sz="1500" b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add Secondary Title</a:t>
            </a:r>
          </a:p>
          <a:p>
            <a:pPr lvl="4"/>
            <a:endParaRPr lang="en-US"/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4644601" y="87850"/>
            <a:ext cx="7543800" cy="369350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400" spc="0">
                <a:solidFill>
                  <a:srgbClr val="F3F3F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defRPr>
            </a:lvl1pPr>
          </a:lstStyle>
          <a:p>
            <a:r>
              <a:rPr lang="en-US"/>
              <a:t>CLICK TO ADD PRIMARY TITLE</a:t>
            </a:r>
          </a:p>
        </p:txBody>
      </p:sp>
    </p:spTree>
    <p:extLst>
      <p:ext uri="{BB962C8B-B14F-4D97-AF65-F5344CB8AC3E}">
        <p14:creationId xmlns:p14="http://schemas.microsoft.com/office/powerpoint/2010/main" val="3824030123"/>
      </p:ext>
    </p:extLst>
  </p:cSld>
  <p:clrMapOvr>
    <a:masterClrMapping/>
  </p:clrMapOvr>
  <p:transition>
    <p:fade thruBlk="1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fore / Af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13"/>
          <p:cNvSpPr>
            <a:spLocks noGrp="1"/>
          </p:cNvSpPr>
          <p:nvPr>
            <p:ph type="body" sz="quarter" idx="10" hasCustomPrompt="1"/>
          </p:nvPr>
        </p:nvSpPr>
        <p:spPr>
          <a:xfrm>
            <a:off x="4644601" y="457200"/>
            <a:ext cx="7543800" cy="381000"/>
          </a:xfrm>
          <a:prstGeom prst="rect">
            <a:avLst/>
          </a:prstGeom>
        </p:spPr>
        <p:txBody>
          <a:bodyPr/>
          <a:lstStyle>
            <a:lvl1pPr marL="0" indent="0" algn="r">
              <a:lnSpc>
                <a:spcPct val="150000"/>
              </a:lnSpc>
              <a:buNone/>
              <a:defRPr sz="1500" b="0">
                <a:solidFill>
                  <a:schemeClr val="bg1"/>
                </a:solidFill>
                <a:latin typeface="+mj-lt"/>
              </a:defRPr>
            </a:lvl1pPr>
            <a:lvl5pPr algn="r">
              <a:lnSpc>
                <a:spcPct val="150000"/>
              </a:lnSpc>
              <a:defRPr sz="1500" b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add Secondary Title</a:t>
            </a:r>
          </a:p>
          <a:p>
            <a:pPr lvl="4"/>
            <a:endParaRPr lang="en-US" dirty="0"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4644601" y="87850"/>
            <a:ext cx="7543800" cy="369350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400" spc="0">
                <a:solidFill>
                  <a:srgbClr val="F3F3F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defRPr>
            </a:lvl1pPr>
          </a:lstStyle>
          <a:p>
            <a:r>
              <a:rPr lang="en-US" dirty="0"/>
              <a:t>CLICK TO ADD PRIMARY TITLE</a:t>
            </a:r>
          </a:p>
        </p:txBody>
      </p:sp>
      <p:sp>
        <p:nvSpPr>
          <p:cNvPr id="21" name="Before Frame"/>
          <p:cNvSpPr txBox="1">
            <a:spLocks noGrp="1"/>
          </p:cNvSpPr>
          <p:nvPr/>
        </p:nvSpPr>
        <p:spPr>
          <a:xfrm>
            <a:off x="512064" y="2121408"/>
            <a:ext cx="5349240" cy="2916936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</a:ln>
        </p:spPr>
        <p:txBody>
          <a:bodyPr wrap="none" anchor="ctr" lIns="54864" rIns="54864" tIns="0" bIns="0">
            <a:noAutofit/>
          </a:bodyPr>
          <a:lstStyle>
            <a:lvl1pPr marL="0" indent="0" algn="l">
              <a:buNone/>
              <a:defRPr sz="1600" b="0">
                <a:solidFill>
                  <a:srgbClr val="1A1A1A"/>
                </a:solidFill>
                <a:latin typeface="Arial"/>
                <a:ea typeface="PingFang SC"/>
              </a:defRPr>
            </a:lvl1pPr>
          </a:lstStyle>
          <a:p>
            <a:pPr lvl="0" algn="l"/>
            <a:r>
              <a:rPr lang="zh-CN" sz="1600" b="0">
                <a:solidFill>
                  <a:srgbClr val="1A1A1A"/>
                </a:solidFill>
                <a:latin typeface="Arial"/>
                <a:ea typeface="PingFang SC"/>
              </a:rPr>
              <a:t/>
            </a:r>
          </a:p>
        </p:txBody>
      </p:sp>
      <p:sp>
        <p:nvSpPr>
          <p:cNvPr id="22" name="After Frame"/>
          <p:cNvSpPr txBox="1">
            <a:spLocks noGrp="1"/>
          </p:cNvSpPr>
          <p:nvPr/>
        </p:nvSpPr>
        <p:spPr>
          <a:xfrm>
            <a:off x="6327648" y="2121408"/>
            <a:ext cx="5349240" cy="2916936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none" anchor="ctr" lIns="54864" rIns="54864" tIns="0" bIns="0">
            <a:noAutofit/>
          </a:bodyPr>
          <a:lstStyle>
            <a:lvl1pPr marL="0" indent="0" algn="l">
              <a:buNone/>
              <a:defRPr sz="1600" b="0">
                <a:solidFill>
                  <a:srgbClr val="1A1A1A"/>
                </a:solidFill>
                <a:latin typeface="Arial"/>
                <a:ea typeface="PingFang SC"/>
              </a:defRPr>
            </a:lvl1pPr>
          </a:lstStyle>
          <a:p>
            <a:pPr lvl="0" algn="l"/>
            <a:r>
              <a:rPr lang="zh-CN" sz="1600" b="0">
                <a:solidFill>
                  <a:srgbClr val="1A1A1A"/>
                </a:solidFill>
                <a:latin typeface="Arial"/>
                <a:ea typeface="PingFang SC"/>
              </a:rPr>
              <a:t/>
            </a:r>
          </a:p>
        </p:txBody>
      </p:sp>
      <p:sp>
        <p:nvSpPr>
          <p:cNvPr id="23" name="Conversion"/>
          <p:cNvSpPr txBox="1">
            <a:spLocks noGrp="1"/>
          </p:cNvSpPr>
          <p:nvPr/>
        </p:nvSpPr>
        <p:spPr>
          <a:xfrm>
            <a:off x="5879592" y="3351276"/>
            <a:ext cx="429768" cy="457200"/>
          </a:xfrm>
          <a:prstGeom prst="rect">
            <a:avLst/>
          </a:prstGeom>
          <a:noFill/>
          <a:ln w="12700">
            <a:noFill/>
          </a:ln>
        </p:spPr>
        <p:txBody>
          <a:bodyPr wrap="none" anchor="ctr" lIns="0" rIns="0" tIns="0" bIns="0">
            <a:noAutofit/>
          </a:bodyPr>
          <a:lstStyle>
            <a:lvl1pPr marL="0" indent="0" algn="ctr">
              <a:buNone/>
              <a:defRPr sz="2400" b="0">
                <a:solidFill>
                  <a:srgbClr val="6B6B6B"/>
                </a:solidFill>
                <a:latin typeface="Arial"/>
                <a:ea typeface="PingFang SC"/>
              </a:defRPr>
            </a:lvl1pPr>
          </a:lstStyle>
          <a:p>
            <a:pPr lvl="0" algn="ctr"/>
            <a:r>
              <a:rPr lang="zh-CN" sz="2400" b="0">
                <a:solidFill>
                  <a:srgbClr val="6B6B6B"/>
                </a:solidFill>
                <a:latin typeface="Arial"/>
                <a:ea typeface="PingFang SC"/>
              </a:rPr>
              <a:t>→</a:t>
            </a:r>
          </a:p>
        </p:txBody>
      </p:sp>
      <p:sp>
        <p:nvSpPr>
          <p:cNvPr id="25" name="Before Title"/>
          <p:cNvSpPr txBox="1">
            <a:spLocks noGrp="1"/>
          </p:cNvSpPr>
          <p:nvPr>
            <p:ph type="body" idx="11" hasCustomPrompt="1"/>
          </p:nvPr>
        </p:nvSpPr>
        <p:spPr>
          <a:xfrm>
            <a:off x="1860804" y="1645920"/>
            <a:ext cx="2651760" cy="384048"/>
          </a:xfrm>
          <a:prstGeom prst="rect">
            <a:avLst/>
          </a:prstGeom>
          <a:solidFill>
            <a:srgbClr val="333333"/>
          </a:solidFill>
          <a:ln w="12700">
            <a:noFill/>
          </a:ln>
        </p:spPr>
        <p:txBody>
          <a:bodyPr wrap="none" anchor="ctr" lIns="54864" rIns="54864" tIns="0" bIns="0">
            <a:noAutofit/>
          </a:bodyPr>
          <a:lstStyle>
            <a:lvl1pPr marL="0" indent="0" algn="ctr">
              <a:buNone/>
              <a:defRPr sz="2300" b="1">
                <a:solidFill>
                  <a:srgbClr val="FFFFFF"/>
                </a:solidFill>
                <a:latin typeface="Arial"/>
                <a:ea typeface="PingFang SC"/>
              </a:defRPr>
            </a:lvl1pPr>
          </a:lstStyle>
          <a:p>
            <a:pPr lvl="0" algn="ctr"/>
            <a:r>
              <a:rPr lang="zh-CN" sz="2300" b="1">
                <a:solidFill>
                  <a:srgbClr val="FFFFFF"/>
                </a:solidFill>
                <a:latin typeface="Arial"/>
                <a:ea typeface="PingFang SC"/>
              </a:rPr>
              <a:t>BEFORE</a:t>
            </a:r>
          </a:p>
        </p:txBody>
      </p:sp>
      <p:sp>
        <p:nvSpPr>
          <p:cNvPr id="26" name="After Title"/>
          <p:cNvSpPr txBox="1">
            <a:spLocks noGrp="1"/>
          </p:cNvSpPr>
          <p:nvPr>
            <p:ph type="body" idx="12" hasCustomPrompt="1"/>
          </p:nvPr>
        </p:nvSpPr>
        <p:spPr>
          <a:xfrm>
            <a:off x="7676388" y="1645920"/>
            <a:ext cx="2651760" cy="384048"/>
          </a:xfrm>
          <a:prstGeom prst="rect">
            <a:avLst/>
          </a:prstGeom>
          <a:solidFill>
            <a:srgbClr val="DB011C"/>
          </a:solidFill>
          <a:ln w="12700">
            <a:noFill/>
          </a:ln>
        </p:spPr>
        <p:txBody>
          <a:bodyPr wrap="none" anchor="ctr" lIns="54864" rIns="54864" tIns="0" bIns="0">
            <a:noAutofit/>
          </a:bodyPr>
          <a:lstStyle>
            <a:lvl1pPr marL="0" indent="0" algn="ctr">
              <a:buNone/>
              <a:defRPr sz="2300" b="1">
                <a:solidFill>
                  <a:srgbClr val="FFFFFF"/>
                </a:solidFill>
                <a:latin typeface="Arial"/>
                <a:ea typeface="PingFang SC"/>
              </a:defRPr>
            </a:lvl1pPr>
          </a:lstStyle>
          <a:p>
            <a:pPr lvl="0" algn="ctr"/>
            <a:r>
              <a:rPr lang="zh-CN" sz="2300" b="1">
                <a:solidFill>
                  <a:srgbClr val="FFFFFF"/>
                </a:solidFill>
                <a:latin typeface="Arial"/>
                <a:ea typeface="PingFang SC"/>
              </a:rPr>
              <a:t>AFTER</a:t>
            </a:r>
          </a:p>
        </p:txBody>
      </p:sp>
      <p:sp>
        <p:nvSpPr>
          <p:cNvPr id="27" name="Before Content"/>
          <p:cNvSpPr txBox="1">
            <a:spLocks noGrp="1"/>
          </p:cNvSpPr>
          <p:nvPr>
            <p:ph type="body" idx="13" hasCustomPrompt="1"/>
          </p:nvPr>
        </p:nvSpPr>
        <p:spPr>
          <a:xfrm>
            <a:off x="603504" y="2212848"/>
            <a:ext cx="5166360" cy="2734056"/>
          </a:xfrm>
          <a:prstGeom prst="rect">
            <a:avLst/>
          </a:prstGeom>
          <a:noFill/>
          <a:ln w="12700">
            <a:noFill/>
          </a:ln>
        </p:spPr>
        <p:txBody>
          <a:bodyPr wrap="none" anchor="ctr" lIns="54864" rIns="54864" tIns="0" bIns="0">
            <a:noAutofit/>
          </a:bodyPr>
          <a:lstStyle>
            <a:lvl1pPr marL="0" indent="0" algn="ctr">
              <a:buNone/>
              <a:defRPr sz="1800" b="0">
                <a:solidFill>
                  <a:srgbClr val="6B6B6B"/>
                </a:solidFill>
                <a:latin typeface="Arial"/>
                <a:ea typeface="PingFang SC"/>
              </a:defRPr>
            </a:lvl1pPr>
          </a:lstStyle>
          <a:p>
            <a:pPr lvl="0" algn="ctr"/>
            <a:r>
              <a:rPr lang="zh-CN" sz="1800" b="0">
                <a:solidFill>
                  <a:srgbClr val="6B6B6B"/>
                </a:solidFill>
                <a:latin typeface="Arial"/>
                <a:ea typeface="PingFang SC"/>
              </a:rPr>
              <a:t>改前工作方式</a:t>
            </a:r>
          </a:p>
        </p:txBody>
      </p:sp>
      <p:sp>
        <p:nvSpPr>
          <p:cNvPr id="28" name="After Content"/>
          <p:cNvSpPr txBox="1">
            <a:spLocks noGrp="1"/>
          </p:cNvSpPr>
          <p:nvPr>
            <p:ph type="body" idx="14" hasCustomPrompt="1"/>
          </p:nvPr>
        </p:nvSpPr>
        <p:spPr>
          <a:xfrm>
            <a:off x="6419088" y="2212848"/>
            <a:ext cx="5166360" cy="2734056"/>
          </a:xfrm>
          <a:prstGeom prst="rect">
            <a:avLst/>
          </a:prstGeom>
          <a:noFill/>
          <a:ln w="12700">
            <a:noFill/>
          </a:ln>
        </p:spPr>
        <p:txBody>
          <a:bodyPr wrap="none" anchor="ctr" lIns="54864" rIns="54864" tIns="0" bIns="0">
            <a:noAutofit/>
          </a:bodyPr>
          <a:lstStyle>
            <a:lvl1pPr marL="0" indent="0" algn="ctr">
              <a:buNone/>
              <a:defRPr sz="1800" b="0">
                <a:solidFill>
                  <a:srgbClr val="6B6B6B"/>
                </a:solidFill>
                <a:latin typeface="Arial"/>
                <a:ea typeface="PingFang SC"/>
              </a:defRPr>
            </a:lvl1pPr>
          </a:lstStyle>
          <a:p>
            <a:pPr lvl="0" algn="ctr"/>
            <a:r>
              <a:rPr lang="zh-CN" sz="1800" b="0">
                <a:solidFill>
                  <a:srgbClr val="6B6B6B"/>
                </a:solidFill>
                <a:latin typeface="Arial"/>
                <a:ea typeface="PingFang SC"/>
              </a:rPr>
              <a:t>改后工作方式</a:t>
            </a:r>
          </a:p>
        </p:txBody>
      </p:sp>
      <p:sp>
        <p:nvSpPr>
          <p:cNvPr id="29" name="Before Caption"/>
          <p:cNvSpPr txBox="1">
            <a:spLocks noGrp="1"/>
          </p:cNvSpPr>
          <p:nvPr>
            <p:ph type="body" idx="15" hasCustomPrompt="1"/>
          </p:nvPr>
        </p:nvSpPr>
        <p:spPr>
          <a:xfrm>
            <a:off x="557784" y="5093208"/>
            <a:ext cx="5303520" cy="530352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54864" rIns="54864" tIns="0" bIns="0">
            <a:noAutofit/>
          </a:bodyPr>
          <a:lstStyle>
            <a:lvl1pPr marL="0" indent="0" algn="l">
              <a:buNone/>
              <a:defRPr sz="1600" b="1">
                <a:solidFill>
                  <a:srgbClr val="1A1A1A"/>
                </a:solidFill>
                <a:latin typeface="Arial"/>
                <a:ea typeface="PingFang SC"/>
              </a:defRPr>
            </a:lvl1pPr>
          </a:lstStyle>
          <a:p>
            <a:pPr lvl="0" algn="l"/>
            <a:r>
              <a:rPr lang="zh-CN" sz="1600" b="1">
                <a:solidFill>
                  <a:srgbClr val="1A1A1A"/>
                </a:solidFill>
                <a:latin typeface="Arial"/>
                <a:ea typeface="PingFang SC"/>
              </a:rPr>
              <a:t>一句说明</a:t>
            </a:r>
          </a:p>
        </p:txBody>
      </p:sp>
      <p:sp>
        <p:nvSpPr>
          <p:cNvPr id="30" name="After Caption"/>
          <p:cNvSpPr txBox="1">
            <a:spLocks noGrp="1"/>
          </p:cNvSpPr>
          <p:nvPr>
            <p:ph type="body" idx="16" hasCustomPrompt="1"/>
          </p:nvPr>
        </p:nvSpPr>
        <p:spPr>
          <a:xfrm>
            <a:off x="6373368" y="5093208"/>
            <a:ext cx="5303520" cy="530352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54864" rIns="54864" tIns="0" bIns="0">
            <a:noAutofit/>
          </a:bodyPr>
          <a:lstStyle>
            <a:lvl1pPr marL="0" indent="0" algn="l">
              <a:buNone/>
              <a:defRPr sz="1600" b="1">
                <a:solidFill>
                  <a:srgbClr val="1A1A1A"/>
                </a:solidFill>
                <a:latin typeface="Arial"/>
                <a:ea typeface="PingFang SC"/>
              </a:defRPr>
            </a:lvl1pPr>
          </a:lstStyle>
          <a:p>
            <a:pPr lvl="0" algn="l"/>
            <a:r>
              <a:rPr lang="zh-CN" sz="1600" b="1">
                <a:solidFill>
                  <a:srgbClr val="1A1A1A"/>
                </a:solidFill>
                <a:latin typeface="Arial"/>
                <a:ea typeface="PingFang SC"/>
              </a:rPr>
              <a:t>一句说明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ce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13"/>
          <p:cNvSpPr>
            <a:spLocks noGrp="1"/>
          </p:cNvSpPr>
          <p:nvPr>
            <p:ph type="body" sz="quarter" idx="10" hasCustomPrompt="1"/>
          </p:nvPr>
        </p:nvSpPr>
        <p:spPr>
          <a:xfrm>
            <a:off x="4644601" y="457200"/>
            <a:ext cx="7543800" cy="381000"/>
          </a:xfrm>
          <a:prstGeom prst="rect">
            <a:avLst/>
          </a:prstGeom>
        </p:spPr>
        <p:txBody>
          <a:bodyPr/>
          <a:lstStyle>
            <a:lvl1pPr marL="0" indent="0" algn="r">
              <a:lnSpc>
                <a:spcPct val="150000"/>
              </a:lnSpc>
              <a:buNone/>
              <a:defRPr sz="1500" b="0">
                <a:solidFill>
                  <a:schemeClr val="bg1"/>
                </a:solidFill>
                <a:latin typeface="+mj-lt"/>
              </a:defRPr>
            </a:lvl1pPr>
            <a:lvl5pPr algn="r">
              <a:lnSpc>
                <a:spcPct val="150000"/>
              </a:lnSpc>
              <a:defRPr sz="1500" b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add Secondary Title</a:t>
            </a:r>
          </a:p>
          <a:p>
            <a:pPr lvl="4"/>
            <a:endParaRPr lang="en-US" dirty="0"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4644601" y="87850"/>
            <a:ext cx="7543800" cy="369350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400" spc="0">
                <a:solidFill>
                  <a:srgbClr val="F3F3F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defRPr>
            </a:lvl1pPr>
          </a:lstStyle>
          <a:p>
            <a:r>
              <a:rPr lang="en-US" dirty="0"/>
              <a:t>CLICK TO ADD PRIMARY TITLE</a:t>
            </a:r>
          </a:p>
        </p:txBody>
      </p:sp>
      <p:sp>
        <p:nvSpPr>
          <p:cNvPr id="8" name="Process Area"/>
          <p:cNvSpPr>
            <a:spLocks noGrp="1"/>
          </p:cNvSpPr>
          <p:nvPr>
            <p:ph type="body" sz="quarter" idx="17" hasCustomPrompt="1"/>
          </p:nvPr>
        </p:nvSpPr>
        <p:spPr>
          <a:xfrm>
            <a:off x="512064" y="1188720"/>
            <a:ext cx="11164824" cy="3931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None/>
              <a:defRPr sz="1400" b="0">
                <a:solidFill>
                  <a:srgbClr val="6B6B6B"/>
                </a:solidFill>
                <a:latin typeface="Arial"/>
                <a:ea typeface="PingFang SC"/>
              </a:defRPr>
            </a:lvl1pPr>
          </a:lstStyle>
          <a:p>
            <a:r>
              <a:rPr lang="zh-CN" dirty="0"/>
              <a:t>流程区：生成器按步骤数（3–5）等分绘制卡片</a:t>
            </a:r>
          </a:p>
        </p:txBody>
      </p:sp>
    </p:spTree>
    <p:extLst>
      <p:ext uri="{BB962C8B-B14F-4D97-AF65-F5344CB8AC3E}">
        <p14:creationId xmlns:p14="http://schemas.microsoft.com/office/powerpoint/2010/main" val="864985971"/>
      </p:ext>
    </p:extLst>
  </p:cSld>
  <p:clrMapOvr>
    <a:masterClrMapping/>
  </p:clrMapOvr>
  <p:transition>
    <p:fade thruBlk="1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13"/>
          <p:cNvSpPr>
            <a:spLocks noGrp="1"/>
          </p:cNvSpPr>
          <p:nvPr>
            <p:ph type="body" sz="quarter" idx="10" hasCustomPrompt="1"/>
          </p:nvPr>
        </p:nvSpPr>
        <p:spPr>
          <a:xfrm>
            <a:off x="4644601" y="457200"/>
            <a:ext cx="7543800" cy="381000"/>
          </a:xfrm>
          <a:prstGeom prst="rect">
            <a:avLst/>
          </a:prstGeom>
        </p:spPr>
        <p:txBody>
          <a:bodyPr/>
          <a:lstStyle>
            <a:lvl1pPr marL="0" indent="0" algn="r">
              <a:lnSpc>
                <a:spcPct val="150000"/>
              </a:lnSpc>
              <a:buNone/>
              <a:defRPr sz="1500" b="0">
                <a:solidFill>
                  <a:schemeClr val="bg1"/>
                </a:solidFill>
                <a:latin typeface="+mj-lt"/>
              </a:defRPr>
            </a:lvl1pPr>
            <a:lvl5pPr algn="r">
              <a:lnSpc>
                <a:spcPct val="150000"/>
              </a:lnSpc>
              <a:defRPr sz="1500" b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add Secondary Title</a:t>
            </a:r>
          </a:p>
          <a:p>
            <a:pPr lvl="4"/>
            <a:endParaRPr lang="en-US" dirty="0"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4644601" y="87850"/>
            <a:ext cx="7543800" cy="369350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400" spc="0">
                <a:solidFill>
                  <a:srgbClr val="F3F3F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defRPr>
            </a:lvl1pPr>
          </a:lstStyle>
          <a:p>
            <a:r>
              <a:rPr lang="en-US" dirty="0"/>
              <a:t>CLICK TO ADD PRIMARY TITLE</a:t>
            </a:r>
          </a:p>
        </p:txBody>
      </p:sp>
      <p:sp>
        <p:nvSpPr>
          <p:cNvPr id="8" name="Stats Area"/>
          <p:cNvSpPr>
            <a:spLocks noGrp="1"/>
          </p:cNvSpPr>
          <p:nvPr>
            <p:ph type="body" sz="quarter" idx="18" hasCustomPrompt="1"/>
          </p:nvPr>
        </p:nvSpPr>
        <p:spPr>
          <a:xfrm>
            <a:off x="512064" y="1188720"/>
            <a:ext cx="11164824" cy="3931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None/>
              <a:defRPr sz="1400" b="0">
                <a:solidFill>
                  <a:srgbClr val="6B6B6B"/>
                </a:solidFill>
                <a:latin typeface="Arial"/>
                <a:ea typeface="PingFang SC"/>
              </a:defRPr>
            </a:lvl1pPr>
          </a:lstStyle>
          <a:p>
            <a:r>
              <a:rPr lang="zh-CN" dirty="0"/>
              <a:t>数据区：生成器按条目数（2–4）等分绘制数据卡</a:t>
            </a:r>
          </a:p>
        </p:txBody>
      </p:sp>
    </p:spTree>
    <p:extLst>
      <p:ext uri="{BB962C8B-B14F-4D97-AF65-F5344CB8AC3E}">
        <p14:creationId xmlns:p14="http://schemas.microsoft.com/office/powerpoint/2010/main" val="864985971"/>
      </p:ext>
    </p:extLst>
  </p:cSld>
  <p:clrMapOvr>
    <a:masterClrMapping/>
  </p:clrMapOvr>
  <p:transition>
    <p:fade thruBlk="1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13"/>
          <p:cNvSpPr>
            <a:spLocks noGrp="1"/>
          </p:cNvSpPr>
          <p:nvPr>
            <p:ph type="body" sz="quarter" idx="10" hasCustomPrompt="1"/>
          </p:nvPr>
        </p:nvSpPr>
        <p:spPr>
          <a:xfrm>
            <a:off x="4644601" y="457200"/>
            <a:ext cx="7543800" cy="381000"/>
          </a:xfrm>
          <a:prstGeom prst="rect">
            <a:avLst/>
          </a:prstGeom>
        </p:spPr>
        <p:txBody>
          <a:bodyPr/>
          <a:lstStyle>
            <a:lvl1pPr marL="0" indent="0" algn="r">
              <a:lnSpc>
                <a:spcPct val="150000"/>
              </a:lnSpc>
              <a:buNone/>
              <a:defRPr sz="1500" b="0">
                <a:solidFill>
                  <a:schemeClr val="bg1"/>
                </a:solidFill>
                <a:latin typeface="+mj-lt"/>
              </a:defRPr>
            </a:lvl1pPr>
            <a:lvl5pPr algn="r">
              <a:lnSpc>
                <a:spcPct val="150000"/>
              </a:lnSpc>
              <a:defRPr sz="1500" b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add Secondary Title</a:t>
            </a:r>
          </a:p>
          <a:p>
            <a:pPr lvl="4"/>
            <a:endParaRPr lang="en-US" dirty="0"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4644601" y="87850"/>
            <a:ext cx="7543800" cy="369350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400" spc="0">
                <a:solidFill>
                  <a:srgbClr val="F3F3F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defRPr>
            </a:lvl1pPr>
          </a:lstStyle>
          <a:p>
            <a:r>
              <a:rPr lang="en-US" dirty="0"/>
              <a:t>CLICK TO ADD PRIMARY TITLE</a:t>
            </a:r>
          </a:p>
        </p:txBody>
      </p:sp>
      <p:sp>
        <p:nvSpPr>
          <p:cNvPr id="8" name="Timeline Area"/>
          <p:cNvSpPr>
            <a:spLocks noGrp="1"/>
          </p:cNvSpPr>
          <p:nvPr>
            <p:ph type="body" sz="quarter" idx="19" hasCustomPrompt="1"/>
          </p:nvPr>
        </p:nvSpPr>
        <p:spPr>
          <a:xfrm>
            <a:off x="512064" y="1188720"/>
            <a:ext cx="11164824" cy="3931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None/>
              <a:defRPr sz="1400" b="0">
                <a:solidFill>
                  <a:srgbClr val="6B6B6B"/>
                </a:solidFill>
                <a:latin typeface="Arial"/>
                <a:ea typeface="PingFang SC"/>
              </a:defRPr>
            </a:lvl1pPr>
          </a:lstStyle>
          <a:p>
            <a:r>
              <a:rPr lang="zh-CN" dirty="0"/>
              <a:t>时间线区：生成器按节点数（3–6）等距绘制</a:t>
            </a:r>
          </a:p>
        </p:txBody>
      </p:sp>
    </p:spTree>
    <p:extLst>
      <p:ext uri="{BB962C8B-B14F-4D97-AF65-F5344CB8AC3E}">
        <p14:creationId xmlns:p14="http://schemas.microsoft.com/office/powerpoint/2010/main" val="864985971"/>
      </p:ext>
    </p:extLst>
  </p:cSld>
  <p:clrMapOvr>
    <a:masterClrMapping/>
  </p:clrMapOvr>
  <p:transition>
    <p:fade thruBlk="1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13"/>
          <p:cNvSpPr>
            <a:spLocks noGrp="1"/>
          </p:cNvSpPr>
          <p:nvPr>
            <p:ph type="body" sz="quarter" idx="10" hasCustomPrompt="1"/>
          </p:nvPr>
        </p:nvSpPr>
        <p:spPr>
          <a:xfrm>
            <a:off x="4644601" y="457200"/>
            <a:ext cx="7543800" cy="381000"/>
          </a:xfrm>
          <a:prstGeom prst="rect">
            <a:avLst/>
          </a:prstGeom>
        </p:spPr>
        <p:txBody>
          <a:bodyPr/>
          <a:lstStyle>
            <a:lvl1pPr marL="0" indent="0" algn="r">
              <a:lnSpc>
                <a:spcPct val="150000"/>
              </a:lnSpc>
              <a:buNone/>
              <a:defRPr sz="1500" b="0">
                <a:solidFill>
                  <a:schemeClr val="bg1"/>
                </a:solidFill>
                <a:latin typeface="+mj-lt"/>
              </a:defRPr>
            </a:lvl1pPr>
            <a:lvl5pPr algn="r">
              <a:lnSpc>
                <a:spcPct val="150000"/>
              </a:lnSpc>
              <a:defRPr sz="1500" b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add Secondary Title</a:t>
            </a:r>
          </a:p>
          <a:p>
            <a:pPr lvl="4"/>
            <a:endParaRPr lang="en-US" dirty="0"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4644601" y="87850"/>
            <a:ext cx="7543800" cy="369350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400" spc="0">
                <a:solidFill>
                  <a:srgbClr val="F3F3F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defRPr>
            </a:lvl1pPr>
          </a:lstStyle>
          <a:p>
            <a:r>
              <a:rPr lang="en-US" dirty="0"/>
              <a:t>CLICK TO ADD PRIMARY TITLE</a:t>
            </a:r>
          </a:p>
        </p:txBody>
      </p:sp>
      <p:sp>
        <p:nvSpPr>
          <p:cNvPr id="8" name="Image Frame"/>
          <p:cNvSpPr>
            <a:spLocks noGrp="1"/>
          </p:cNvSpPr>
          <p:nvPr>
            <p:ph type="body" sz="quarter" idx="20" hasCustomPrompt="1"/>
          </p:nvPr>
        </p:nvSpPr>
        <p:spPr>
          <a:xfrm>
            <a:off x="512064" y="1188720"/>
            <a:ext cx="6986016" cy="3931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None/>
              <a:defRPr sz="1400" b="0">
                <a:solidFill>
                  <a:srgbClr val="6B6B6B"/>
                </a:solidFill>
                <a:latin typeface="Arial"/>
                <a:ea typeface="PingFang SC"/>
              </a:defRPr>
            </a:lvl1pPr>
          </a:lstStyle>
          <a:p>
            <a:r>
              <a:rPr lang="zh-CN" dirty="0"/>
              <a:t>图框（16:9）：图片等比缩放、居中，不裁切</a:t>
            </a:r>
          </a:p>
        </p:txBody>
      </p:sp>
      <p:sp>
        <p:nvSpPr>
          <p:cNvPr id="9" name="Text Area"/>
          <p:cNvSpPr>
            <a:spLocks noGrp="1"/>
          </p:cNvSpPr>
          <p:nvPr>
            <p:ph type="body" sz="quarter" idx="21" hasCustomPrompt="1"/>
          </p:nvPr>
        </p:nvSpPr>
        <p:spPr>
          <a:xfrm>
            <a:off x="7772400" y="1188720"/>
            <a:ext cx="3904488" cy="3931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228600" indent="-228600"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buClr>
                <a:srgbClr val="6B6B6B"/>
              </a:buClr>
              <a:buSzPct val="100000"/>
              <a:buFont typeface="Arial"/>
              <a:buChar char="•"/>
              <a:defRPr sz="1600" b="0">
                <a:solidFill>
                  <a:srgbClr val="1A1A1A"/>
                </a:solidFill>
                <a:latin typeface="Arial"/>
                <a:ea typeface="PingFang SC"/>
              </a:defRPr>
            </a:lvl1pPr>
          </a:lstStyle>
          <a:p>
            <a:r>
              <a:rPr lang="zh-CN" dirty="0"/>
              <a:t>要点（建议不超过 5 条）</a:t>
            </a:r>
          </a:p>
        </p:txBody>
      </p:sp>
    </p:spTree>
    <p:extLst>
      <p:ext uri="{BB962C8B-B14F-4D97-AF65-F5344CB8AC3E}">
        <p14:creationId xmlns:p14="http://schemas.microsoft.com/office/powerpoint/2010/main" val="864985971"/>
      </p:ext>
    </p:extLst>
  </p:cSld>
  <p:clrMapOvr>
    <a:masterClrMapping/>
  </p:clrMapOvr>
  <p:transition>
    <p:fade thruBlk="1"/>
  </p:transition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Relationship Id="rId9" Type="http://schemas.openxmlformats.org/officeDocument/2006/relationships/slideLayout" Target="../slideLayouts/slideLayout7.xml"/><Relationship Id="rId10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2" name="Text Box 2"/>
          <p:cNvSpPr txBox="1">
            <a:spLocks noChangeArrowheads="1"/>
          </p:cNvSpPr>
          <p:nvPr/>
        </p:nvSpPr>
        <p:spPr bwMode="auto">
          <a:xfrm>
            <a:off x="0" y="6629403"/>
            <a:ext cx="12192000" cy="153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marR="0" indent="0" algn="l" defTabSz="1219170" rtl="0" eaLnBrk="0" fontAlgn="base" latinLnBrk="0" hangingPunct="0">
              <a:lnSpc>
                <a:spcPct val="5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800" b="1" dirty="0">
                <a:solidFill>
                  <a:schemeClr val="bg1">
                    <a:lumMod val="50000"/>
                  </a:schemeClr>
                </a:solidFill>
              </a:rPr>
              <a:t>Confidential Document </a:t>
            </a:r>
            <a:r>
              <a:rPr lang="en-US" sz="800" dirty="0">
                <a:solidFill>
                  <a:schemeClr val="bg1">
                    <a:lumMod val="50000"/>
                  </a:schemeClr>
                </a:solidFill>
              </a:rPr>
              <a:t>Property of MILWAUKEE </a:t>
            </a:r>
            <a:r>
              <a:rPr lang="en-US" sz="800" baseline="0" dirty="0">
                <a:solidFill>
                  <a:schemeClr val="bg1">
                    <a:lumMod val="50000"/>
                  </a:schemeClr>
                </a:solidFill>
              </a:rPr>
              <a:t>TOOL</a:t>
            </a:r>
            <a:r>
              <a:rPr lang="en-US" sz="800" dirty="0">
                <a:solidFill>
                  <a:schemeClr val="bg1">
                    <a:lumMod val="50000"/>
                  </a:schemeClr>
                </a:solidFill>
              </a:rPr>
              <a:t> Brookfield, Wisconsin 53005 </a:t>
            </a:r>
          </a:p>
        </p:txBody>
      </p:sp>
      <p:sp>
        <p:nvSpPr>
          <p:cNvPr id="87043" name="Rectangle 3"/>
          <p:cNvSpPr>
            <a:spLocks noChangeArrowheads="1"/>
          </p:cNvSpPr>
          <p:nvPr/>
        </p:nvSpPr>
        <p:spPr bwMode="auto">
          <a:xfrm>
            <a:off x="0" y="1"/>
            <a:ext cx="12192000" cy="914400"/>
          </a:xfrm>
          <a:prstGeom prst="rect">
            <a:avLst/>
          </a:prstGeom>
          <a:solidFill>
            <a:srgbClr val="DB011C"/>
          </a:solidFill>
          <a:ln w="9525">
            <a:noFill/>
            <a:miter lim="800000"/>
            <a:headEnd/>
            <a:tailEnd/>
          </a:ln>
          <a:effectLst>
            <a:outerShdw blurRad="63500" dist="26940" dir="5400000" algn="ctr" rotWithShape="0">
              <a:schemeClr val="bg2">
                <a:alpha val="75000"/>
              </a:schemeClr>
            </a:outerShdw>
          </a:effectLst>
        </p:spPr>
        <p:txBody>
          <a:bodyPr wrap="none" anchor="ctr"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en-US" sz="2400" dirty="0">
              <a:solidFill>
                <a:srgbClr val="000000"/>
              </a:solidFill>
            </a:endParaRPr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" y="76199"/>
            <a:ext cx="1676400" cy="751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20036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87" r:id="rId2"/>
    <p:sldLayoutId id="2147483688" r:id="rId3"/>
    <p:sldLayoutId id="2147483689" r:id="rId6"/>
    <p:sldLayoutId id="2147483690" r:id="rId7"/>
    <p:sldLayoutId id="2147483691" r:id="rId8"/>
    <p:sldLayoutId id="2147483692" r:id="rId9"/>
    <p:sldLayoutId id="2147483693" r:id="rId10"/>
  </p:sldLayoutIdLst>
  <p:transition>
    <p:fade thruBlk="1"/>
  </p:transition>
  <p:txStyles>
    <p:titleStyle>
      <a:lvl1pPr algn="r" rtl="0" eaLnBrk="1" fontAlgn="base" hangingPunct="1">
        <a:spcBef>
          <a:spcPct val="0"/>
        </a:spcBef>
        <a:spcAft>
          <a:spcPct val="0"/>
        </a:spcAft>
        <a:defRPr sz="3200" b="1" baseline="0">
          <a:solidFill>
            <a:srgbClr val="F3F3F3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+mj-lt"/>
          <a:ea typeface="+mj-ea"/>
          <a:cs typeface="+mj-cs"/>
        </a:defRPr>
      </a:lvl1pPr>
      <a:lvl2pPr algn="r" rtl="0" eaLnBrk="1" fontAlgn="base" hangingPunct="1">
        <a:spcBef>
          <a:spcPct val="0"/>
        </a:spcBef>
        <a:spcAft>
          <a:spcPct val="0"/>
        </a:spcAft>
        <a:defRPr sz="2667">
          <a:solidFill>
            <a:srgbClr val="F3F3F3"/>
          </a:solidFill>
          <a:latin typeface="Arial Black" charset="0"/>
          <a:ea typeface="ＭＳ Ｐゴシック" charset="-128"/>
          <a:cs typeface="ＭＳ Ｐゴシック" charset="-128"/>
        </a:defRPr>
      </a:lvl2pPr>
      <a:lvl3pPr algn="r" rtl="0" eaLnBrk="1" fontAlgn="base" hangingPunct="1">
        <a:spcBef>
          <a:spcPct val="0"/>
        </a:spcBef>
        <a:spcAft>
          <a:spcPct val="0"/>
        </a:spcAft>
        <a:defRPr sz="2667">
          <a:solidFill>
            <a:srgbClr val="F3F3F3"/>
          </a:solidFill>
          <a:latin typeface="Arial Black" charset="0"/>
          <a:ea typeface="ＭＳ Ｐゴシック" charset="-128"/>
          <a:cs typeface="ＭＳ Ｐゴシック" charset="-128"/>
        </a:defRPr>
      </a:lvl3pPr>
      <a:lvl4pPr algn="r" rtl="0" eaLnBrk="1" fontAlgn="base" hangingPunct="1">
        <a:spcBef>
          <a:spcPct val="0"/>
        </a:spcBef>
        <a:spcAft>
          <a:spcPct val="0"/>
        </a:spcAft>
        <a:defRPr sz="2667">
          <a:solidFill>
            <a:srgbClr val="F3F3F3"/>
          </a:solidFill>
          <a:latin typeface="Arial Black" charset="0"/>
          <a:ea typeface="ＭＳ Ｐゴシック" charset="-128"/>
          <a:cs typeface="ＭＳ Ｐゴシック" charset="-128"/>
        </a:defRPr>
      </a:lvl4pPr>
      <a:lvl5pPr algn="r" rtl="0" eaLnBrk="1" fontAlgn="base" hangingPunct="1">
        <a:spcBef>
          <a:spcPct val="0"/>
        </a:spcBef>
        <a:spcAft>
          <a:spcPct val="0"/>
        </a:spcAft>
        <a:defRPr sz="2667">
          <a:solidFill>
            <a:srgbClr val="F3F3F3"/>
          </a:solidFill>
          <a:latin typeface="Arial Black" charset="0"/>
          <a:ea typeface="ＭＳ Ｐゴシック" charset="-128"/>
          <a:cs typeface="ＭＳ Ｐゴシック" charset="-128"/>
        </a:defRPr>
      </a:lvl5pPr>
      <a:lvl6pPr marL="609585" algn="r" rtl="0" eaLnBrk="1" fontAlgn="base" hangingPunct="1">
        <a:spcBef>
          <a:spcPct val="0"/>
        </a:spcBef>
        <a:spcAft>
          <a:spcPct val="0"/>
        </a:spcAft>
        <a:defRPr sz="2667">
          <a:solidFill>
            <a:srgbClr val="F3F3F3"/>
          </a:solidFill>
          <a:latin typeface="Arial Black" charset="0"/>
          <a:ea typeface="ＭＳ Ｐゴシック" charset="-128"/>
          <a:cs typeface="ＭＳ Ｐゴシック" charset="-128"/>
        </a:defRPr>
      </a:lvl6pPr>
      <a:lvl7pPr marL="1219170" algn="r" rtl="0" eaLnBrk="1" fontAlgn="base" hangingPunct="1">
        <a:spcBef>
          <a:spcPct val="0"/>
        </a:spcBef>
        <a:spcAft>
          <a:spcPct val="0"/>
        </a:spcAft>
        <a:defRPr sz="2667">
          <a:solidFill>
            <a:srgbClr val="F3F3F3"/>
          </a:solidFill>
          <a:latin typeface="Arial Black" charset="0"/>
          <a:ea typeface="ＭＳ Ｐゴシック" charset="-128"/>
          <a:cs typeface="ＭＳ Ｐゴシック" charset="-128"/>
        </a:defRPr>
      </a:lvl7pPr>
      <a:lvl8pPr marL="1828754" algn="r" rtl="0" eaLnBrk="1" fontAlgn="base" hangingPunct="1">
        <a:spcBef>
          <a:spcPct val="0"/>
        </a:spcBef>
        <a:spcAft>
          <a:spcPct val="0"/>
        </a:spcAft>
        <a:defRPr sz="2667">
          <a:solidFill>
            <a:srgbClr val="F3F3F3"/>
          </a:solidFill>
          <a:latin typeface="Arial Black" charset="0"/>
          <a:ea typeface="ＭＳ Ｐゴシック" charset="-128"/>
          <a:cs typeface="ＭＳ Ｐゴシック" charset="-128"/>
        </a:defRPr>
      </a:lvl8pPr>
      <a:lvl9pPr marL="2438339" algn="r" rtl="0" eaLnBrk="1" fontAlgn="base" hangingPunct="1">
        <a:spcBef>
          <a:spcPct val="0"/>
        </a:spcBef>
        <a:spcAft>
          <a:spcPct val="0"/>
        </a:spcAft>
        <a:defRPr sz="2667">
          <a:solidFill>
            <a:srgbClr val="F3F3F3"/>
          </a:solidFill>
          <a:latin typeface="Arial Black" charset="0"/>
          <a:ea typeface="ＭＳ Ｐゴシック" charset="-128"/>
          <a:cs typeface="ＭＳ Ｐゴシック" charset="-128"/>
        </a:defRPr>
      </a:lvl9pPr>
    </p:titleStyle>
    <p:bodyStyle>
      <a:lvl1pPr marL="457189" indent="-457189" algn="l" rtl="0" eaLnBrk="1" fontAlgn="base" hangingPunct="1">
        <a:spcBef>
          <a:spcPct val="20000"/>
        </a:spcBef>
        <a:spcAft>
          <a:spcPct val="0"/>
        </a:spcAft>
        <a:buClr>
          <a:srgbClr val="C2112D"/>
        </a:buClr>
        <a:buSzPct val="120000"/>
        <a:buFont typeface="Wingdings" charset="2"/>
        <a:buChar char="§"/>
        <a:defRPr sz="3733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1pPr>
      <a:lvl2pPr marL="990575" indent="-380990" algn="l" rtl="0" eaLnBrk="1" fontAlgn="base" hangingPunct="1">
        <a:spcBef>
          <a:spcPct val="20000"/>
        </a:spcBef>
        <a:spcAft>
          <a:spcPct val="0"/>
        </a:spcAft>
        <a:buClr>
          <a:srgbClr val="C8092C"/>
        </a:buClr>
        <a:buSzPct val="120000"/>
        <a:buChar char="–"/>
        <a:defRPr sz="3200">
          <a:solidFill>
            <a:schemeClr val="tx1"/>
          </a:solidFill>
          <a:latin typeface="Calibri" panose="020F0502020204030204" pitchFamily="34" charset="0"/>
          <a:ea typeface="+mn-ea"/>
        </a:defRPr>
      </a:lvl2pPr>
      <a:lvl3pPr marL="1523962" indent="-304792" algn="l" rtl="0" eaLnBrk="1" fontAlgn="base" hangingPunct="1">
        <a:spcBef>
          <a:spcPct val="20000"/>
        </a:spcBef>
        <a:spcAft>
          <a:spcPct val="0"/>
        </a:spcAft>
        <a:buClr>
          <a:srgbClr val="E31937"/>
        </a:buClr>
        <a:buSzPct val="120000"/>
        <a:buFont typeface="Wingdings" charset="2"/>
        <a:buChar char="§"/>
        <a:defRPr sz="2667">
          <a:solidFill>
            <a:schemeClr val="tx1"/>
          </a:solidFill>
          <a:latin typeface="Calibri" panose="020F0502020204030204" pitchFamily="34" charset="0"/>
          <a:ea typeface="+mn-ea"/>
        </a:defRPr>
      </a:lvl3pPr>
      <a:lvl4pPr marL="2133547" indent="-304792" algn="l" rtl="0" eaLnBrk="1" fontAlgn="base" hangingPunct="1">
        <a:spcBef>
          <a:spcPct val="20000"/>
        </a:spcBef>
        <a:spcAft>
          <a:spcPct val="0"/>
        </a:spcAft>
        <a:buClr>
          <a:srgbClr val="C8092C"/>
        </a:buClr>
        <a:buSzPct val="120000"/>
        <a:buChar char="–"/>
        <a:defRPr sz="2133">
          <a:solidFill>
            <a:schemeClr val="tx1"/>
          </a:solidFill>
          <a:latin typeface="Calibri" panose="020F0502020204030204" pitchFamily="34" charset="0"/>
          <a:ea typeface="+mn-ea"/>
        </a:defRPr>
      </a:lvl4pPr>
      <a:lvl5pPr marL="2743131" indent="-304792" algn="l" rtl="0" eaLnBrk="1" fontAlgn="base" hangingPunct="1">
        <a:spcBef>
          <a:spcPct val="20000"/>
        </a:spcBef>
        <a:spcAft>
          <a:spcPct val="0"/>
        </a:spcAft>
        <a:buClr>
          <a:srgbClr val="C8092C"/>
        </a:buClr>
        <a:buSzPct val="120000"/>
        <a:buChar char="»"/>
        <a:defRPr sz="2133">
          <a:solidFill>
            <a:schemeClr val="tx1"/>
          </a:solidFill>
          <a:latin typeface="Calibri" panose="020F0502020204030204" pitchFamily="34" charset="0"/>
          <a:ea typeface="+mn-ea"/>
        </a:defRPr>
      </a:lvl5pPr>
      <a:lvl6pPr marL="3352716" indent="-304792" algn="l" rtl="0" eaLnBrk="1" fontAlgn="base" hangingPunct="1">
        <a:spcBef>
          <a:spcPct val="20000"/>
        </a:spcBef>
        <a:spcAft>
          <a:spcPct val="0"/>
        </a:spcAft>
        <a:buClr>
          <a:srgbClr val="C8092C"/>
        </a:buClr>
        <a:buSzPct val="120000"/>
        <a:buChar char="»"/>
        <a:defRPr sz="1867">
          <a:solidFill>
            <a:schemeClr val="tx1"/>
          </a:solidFill>
          <a:latin typeface="+mn-lt"/>
          <a:ea typeface="+mn-ea"/>
        </a:defRPr>
      </a:lvl6pPr>
      <a:lvl7pPr marL="3962301" indent="-304792" algn="l" rtl="0" eaLnBrk="1" fontAlgn="base" hangingPunct="1">
        <a:spcBef>
          <a:spcPct val="20000"/>
        </a:spcBef>
        <a:spcAft>
          <a:spcPct val="0"/>
        </a:spcAft>
        <a:buClr>
          <a:srgbClr val="C8092C"/>
        </a:buClr>
        <a:buSzPct val="120000"/>
        <a:buChar char="»"/>
        <a:defRPr sz="1867">
          <a:solidFill>
            <a:schemeClr val="tx1"/>
          </a:solidFill>
          <a:latin typeface="+mn-lt"/>
          <a:ea typeface="+mn-ea"/>
        </a:defRPr>
      </a:lvl7pPr>
      <a:lvl8pPr marL="4571886" indent="-304792" algn="l" rtl="0" eaLnBrk="1" fontAlgn="base" hangingPunct="1">
        <a:spcBef>
          <a:spcPct val="20000"/>
        </a:spcBef>
        <a:spcAft>
          <a:spcPct val="0"/>
        </a:spcAft>
        <a:buClr>
          <a:srgbClr val="C8092C"/>
        </a:buClr>
        <a:buSzPct val="120000"/>
        <a:buChar char="»"/>
        <a:defRPr sz="1867">
          <a:solidFill>
            <a:schemeClr val="tx1"/>
          </a:solidFill>
          <a:latin typeface="+mn-lt"/>
          <a:ea typeface="+mn-ea"/>
        </a:defRPr>
      </a:lvl8pPr>
      <a:lvl9pPr marL="5181470" indent="-304792" algn="l" rtl="0" eaLnBrk="1" fontAlgn="base" hangingPunct="1">
        <a:spcBef>
          <a:spcPct val="20000"/>
        </a:spcBef>
        <a:spcAft>
          <a:spcPct val="0"/>
        </a:spcAft>
        <a:buClr>
          <a:srgbClr val="C8092C"/>
        </a:buClr>
        <a:buSzPct val="120000"/>
        <a:buChar char="»"/>
        <a:defRPr sz="1867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en-US"/>
      </a:defPPr>
      <a:lvl1pPr marL="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5957ACD-35D2-BBE4-14C0-1BE0B22AA5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768AB88D-802B-F1B6-FF6E-1D5B255B7788}"/>
              </a:ext>
            </a:extLst>
          </p:cNvPr>
          <p:cNvSpPr>
            <a:spLocks noGrp="1"/>
          </p:cNvSpPr>
          <p:nvPr>
            <p:ph type="subTitle" sz="quarter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6555158"/>
      </p:ext>
    </p:extLst>
  </p:cSld>
  <p:clrMapOvr>
    <a:masterClrMapping/>
  </p:clrMapOvr>
  <p:transition>
    <p:fade thruBlk="1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D669809-1125-44EB-B1DA-151315EDE41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644601" y="0"/>
            <a:ext cx="7543800" cy="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F6B946A-BEB7-4EAC-BE79-B483635C14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632903"/>
      </p:ext>
    </p:extLst>
  </p:cSld>
  <p:clrMapOvr>
    <a:masterClrMapping/>
  </p:clrMapOvr>
  <p:transition>
    <p:fade thruBlk="1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ADE02E-C764-F387-0497-250FC4F2C46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644601" y="0"/>
            <a:ext cx="7543800" cy="0"/>
          </a:xfrm>
        </p:spPr>
        <p:txBody>
          <a:bodyPr/>
          <a:lstStyle/>
          <a:p>
            <a:endParaRPr lang="en-CN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679A0B8-7309-41B4-4E2E-61A7D41914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5" name="TextBox 62">
            <a:extLst>
              <a:ext uri="{FF2B5EF4-FFF2-40B4-BE49-F238E27FC236}">
                <a16:creationId xmlns:a16="http://schemas.microsoft.com/office/drawing/2014/main" id="{48CD465D-9BFB-D0BC-2EE4-A2701DA3FE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5575" y="5579048"/>
            <a:ext cx="11874874" cy="897952"/>
          </a:xfrm>
          <a:prstGeom prst="rect">
            <a:avLst/>
          </a:prstGeom>
          <a:solidFill>
            <a:srgbClr val="C00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342900" indent="-342900" eaLnBrk="0" hangingPunct="0">
              <a:lnSpc>
                <a:spcPct val="150000"/>
              </a:lnSpc>
              <a:buFont typeface="Wingdings" panose="05000000000000000000" pitchFamily="2" charset="2"/>
              <a:buChar char="v"/>
              <a:defRPr sz="1400" b="0">
                <a:solidFill>
                  <a:schemeClr val="bg1"/>
                </a:solidFill>
                <a:ea typeface="微软雅黑" panose="020B0503020204020204" pitchFamily="34" charset="-122"/>
                <a:cs typeface="Arial" panose="020B0604020202020204" pitchFamily="34" charset="0"/>
              </a:defRPr>
            </a:lvl1pPr>
          </a:lstStyle>
          <a:p>
            <a:r>
              <a:rPr lang="en-US" altLang="zh-CN" dirty="0"/>
              <a:t>Page</a:t>
            </a:r>
            <a:r>
              <a:rPr lang="zh-CN" altLang="en-US" dirty="0"/>
              <a:t> </a:t>
            </a:r>
            <a:r>
              <a:rPr lang="en-US" altLang="zh-CN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1657884537"/>
      </p:ext>
    </p:extLst>
  </p:cSld>
  <p:clrMapOvr>
    <a:masterClrMapping/>
  </p:clrMapOvr>
  <p:transition>
    <p:fade thruBlk="1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Lead"/>
          <p:cNvSpPr txBox="1">
            <a:spLocks noGrp="1"/>
          </p:cNvSpPr>
          <p:nvPr/>
        </p:nvSpPr>
        <p:spPr>
          <a:xfrm>
            <a:off x="512064" y="1188720"/>
            <a:ext cx="10881360" cy="384048"/>
          </a:xfrm>
          <a:prstGeom prst="rect">
            <a:avLst/>
          </a:prstGeom>
          <a:noFill/>
          <a:ln w="12700">
            <a:noFill/>
          </a:ln>
        </p:spPr>
        <p:txBody>
          <a:bodyPr wrap="none" anchor="ctr" lIns="54864" rIns="54864" tIns="0" bIns="0">
            <a:noAutofit/>
          </a:bodyPr>
          <a:lstStyle>
            <a:lvl1pPr marL="0" indent="0" algn="l">
              <a:buNone/>
              <a:defRPr sz="2000" b="1">
                <a:solidFill>
                  <a:srgbClr val="1A1A1A"/>
                </a:solidFill>
                <a:latin typeface="Arial"/>
                <a:ea typeface="PingFang SC"/>
              </a:defRPr>
            </a:lvl1pPr>
          </a:lstStyle>
          <a:p>
            <a:pPr lvl="0" algn="l"/>
            <a:r>
              <a:rPr lang="zh-CN" sz="2000" b="1">
                <a:solidFill>
                  <a:srgbClr val="1A1A1A"/>
                </a:solidFill>
                <a:latin typeface="Arial"/>
                <a:ea typeface="PingFang SC"/>
              </a:rPr>
              <a:t>结论与证据</a:t>
            </a:r>
          </a:p>
        </p:txBody>
      </p:sp>
      <p:sp>
        <p:nvSpPr>
          <p:cNvPr id="24" name="Conclusion"/>
          <p:cNvSpPr txBox="1">
            <a:spLocks noGrp="1"/>
          </p:cNvSpPr>
          <p:nvPr/>
        </p:nvSpPr>
        <p:spPr>
          <a:xfrm>
            <a:off x="512064" y="5879592"/>
            <a:ext cx="11164824" cy="502920"/>
          </a:xfrm>
          <a:prstGeom prst="rect">
            <a:avLst/>
          </a:prstGeom>
          <a:solidFill>
            <a:srgbClr val="DB011C"/>
          </a:solidFill>
          <a:ln w="12700">
            <a:noFill/>
          </a:ln>
        </p:spPr>
        <p:txBody>
          <a:bodyPr wrap="none" anchor="ctr" lIns="109728" rIns="109728" tIns="0" bIns="0">
            <a:noAutofit/>
          </a:bodyPr>
          <a:lstStyle>
            <a:lvl1pPr marL="0" indent="0" algn="ctr">
              <a:buNone/>
              <a:defRPr sz="2400" b="0">
                <a:solidFill>
                  <a:srgbClr val="FFFFFF"/>
                </a:solidFill>
                <a:latin typeface="Arial"/>
                <a:ea typeface="PingFang SC"/>
              </a:defRPr>
            </a:lvl1pPr>
          </a:lstStyle>
          <a:p>
            <a:pPr lvl="0" algn="ctr"/>
            <a:r>
              <a:rPr lang="zh-CN" sz="2400" b="0">
                <a:solidFill>
                  <a:srgbClr val="FFFFFF"/>
                </a:solidFill>
                <a:latin typeface="Arial"/>
                <a:ea typeface="PingFang SC"/>
              </a:rPr>
              <a:t>结论占位：按证据填写</a:t>
            </a:r>
          </a:p>
        </p:txBody>
      </p:sp>
      <p:sp>
        <p:nvSpPr>
          <p:cNvPr id="4" name="Text Placeholder 13"/>
          <p:cNvSpPr>
            <a:spLocks noGrp="1"/>
          </p:cNvSpPr>
          <p:nvPr>
            <p:ph type="body" sz="quarter" idx="10" hasCustomPrompt="1"/>
          </p:nvPr>
        </p:nvSpPr>
        <p:spPr>
          <a:xfrm>
            <a:off x="4644601" y="457200"/>
            <a:ext cx="7543800" cy="381000"/>
          </a:xfrm>
          <a:prstGeom prst="rect">
            <a:avLst/>
          </a:prstGeom>
        </p:spPr>
        <p:txBody>
          <a:bodyPr/>
          <a:lstStyle>
            <a:lvl1pPr marL="0" indent="0" algn="r">
              <a:lnSpc>
                <a:spcPct val="150000"/>
              </a:lnSpc>
              <a:buNone/>
              <a:defRPr sz="1500" b="0">
                <a:solidFill>
                  <a:schemeClr val="bg1"/>
                </a:solidFill>
                <a:latin typeface="+mj-lt"/>
              </a:defRPr>
            </a:lvl1pPr>
            <a:lvl5pPr algn="r">
              <a:lnSpc>
                <a:spcPct val="150000"/>
              </a:lnSpc>
              <a:defRPr sz="1500" b="0">
                <a:solidFill>
                  <a:schemeClr val="bg1"/>
                </a:solidFill>
                <a:latin typeface="+mj-lt"/>
              </a:defRPr>
            </a:lvl5pPr>
          </a:lstStyle>
          <a:p>
            <a:r>
              <a:rPr lang="zh-CN"/>
              <a:t>用对应事实说明改前与改后</a:t>
            </a:r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4644601" y="87850"/>
            <a:ext cx="7543800" cy="369350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400" spc="0">
                <a:solidFill>
                  <a:srgbClr val="F3F3F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defRPr>
            </a:lvl1pPr>
          </a:lstStyle>
          <a:p>
            <a:r>
              <a:rPr lang="zh-CN"/>
              <a:t>工作方式对比</a:t>
            </a:r>
          </a:p>
        </p:txBody>
      </p:sp>
      <p:sp>
        <p:nvSpPr>
          <p:cNvPr id="25" name="Before Title"/>
          <p:cNvSpPr txBox="1">
            <a:spLocks noGrp="1"/>
          </p:cNvSpPr>
          <p:nvPr>
            <p:ph type="body" idx="11" hasCustomPrompt="1"/>
          </p:nvPr>
        </p:nvSpPr>
        <p:spPr>
          <a:xfrm>
            <a:off x="1860804" y="1645920"/>
            <a:ext cx="2651760" cy="384048"/>
          </a:xfrm>
          <a:prstGeom prst="rect">
            <a:avLst/>
          </a:prstGeom>
          <a:solidFill>
            <a:srgbClr val="333333"/>
          </a:solidFill>
          <a:ln w="12700">
            <a:noFill/>
          </a:ln>
        </p:spPr>
        <p:txBody>
          <a:bodyPr wrap="none" anchor="ctr" lIns="54864" rIns="54864" tIns="0" bIns="0">
            <a:noAutofit/>
          </a:bodyPr>
          <a:lstStyle>
            <a:lvl1pPr marL="0" indent="0" algn="ctr">
              <a:buNone/>
              <a:defRPr sz="2300" b="1">
                <a:solidFill>
                  <a:srgbClr val="FFFFFF"/>
                </a:solidFill>
                <a:latin typeface="Arial"/>
                <a:ea typeface="PingFang SC"/>
              </a:defRPr>
            </a:lvl1pPr>
          </a:lstStyle>
          <a:p>
            <a:pPr lvl="0" algn="ctr"/>
            <a:r>
              <a:rPr lang="zh-CN" sz="2300" b="1">
                <a:solidFill>
                  <a:srgbClr val="FFFFFF"/>
                </a:solidFill>
                <a:latin typeface="Arial"/>
                <a:ea typeface="PingFang SC"/>
              </a:rPr>
              <a:t>BEFORE</a:t>
            </a:r>
          </a:p>
        </p:txBody>
      </p:sp>
      <p:sp>
        <p:nvSpPr>
          <p:cNvPr id="26" name="After Title"/>
          <p:cNvSpPr txBox="1">
            <a:spLocks noGrp="1"/>
          </p:cNvSpPr>
          <p:nvPr>
            <p:ph type="body" idx="12" hasCustomPrompt="1"/>
          </p:nvPr>
        </p:nvSpPr>
        <p:spPr>
          <a:xfrm>
            <a:off x="7676388" y="1645920"/>
            <a:ext cx="2651760" cy="384048"/>
          </a:xfrm>
          <a:prstGeom prst="rect">
            <a:avLst/>
          </a:prstGeom>
          <a:solidFill>
            <a:srgbClr val="DB011C"/>
          </a:solidFill>
          <a:ln w="12700">
            <a:noFill/>
          </a:ln>
        </p:spPr>
        <p:txBody>
          <a:bodyPr wrap="none" anchor="ctr" lIns="54864" rIns="54864" tIns="0" bIns="0">
            <a:noAutofit/>
          </a:bodyPr>
          <a:lstStyle>
            <a:lvl1pPr marL="0" indent="0" algn="ctr">
              <a:buNone/>
              <a:defRPr sz="2300" b="1">
                <a:solidFill>
                  <a:srgbClr val="FFFFFF"/>
                </a:solidFill>
                <a:latin typeface="Arial"/>
                <a:ea typeface="PingFang SC"/>
              </a:defRPr>
            </a:lvl1pPr>
          </a:lstStyle>
          <a:p>
            <a:pPr lvl="0" algn="ctr"/>
            <a:r>
              <a:rPr lang="zh-CN" sz="2300" b="1">
                <a:solidFill>
                  <a:srgbClr val="FFFFFF"/>
                </a:solidFill>
                <a:latin typeface="Arial"/>
                <a:ea typeface="PingFang SC"/>
              </a:rPr>
              <a:t>AFTER</a:t>
            </a:r>
          </a:p>
        </p:txBody>
      </p:sp>
      <p:sp>
        <p:nvSpPr>
          <p:cNvPr id="27" name="Before Content"/>
          <p:cNvSpPr txBox="1">
            <a:spLocks noGrp="1"/>
          </p:cNvSpPr>
          <p:nvPr>
            <p:ph type="body" idx="13" hasCustomPrompt="1"/>
          </p:nvPr>
        </p:nvSpPr>
        <p:spPr>
          <a:xfrm>
            <a:off x="603504" y="2212848"/>
            <a:ext cx="5166360" cy="2734056"/>
          </a:xfrm>
          <a:prstGeom prst="rect">
            <a:avLst/>
          </a:prstGeom>
          <a:noFill/>
          <a:ln w="12700">
            <a:noFill/>
          </a:ln>
        </p:spPr>
        <p:txBody>
          <a:bodyPr wrap="none" anchor="ctr" lIns="54864" rIns="54864" tIns="0" bIns="0">
            <a:noAutofit/>
          </a:bodyPr>
          <a:lstStyle>
            <a:lvl1pPr marL="0" indent="0" algn="ctr">
              <a:buNone/>
              <a:defRPr sz="1800" b="0">
                <a:solidFill>
                  <a:srgbClr val="6B6B6B"/>
                </a:solidFill>
                <a:latin typeface="Arial"/>
                <a:ea typeface="PingFang SC"/>
              </a:defRPr>
            </a:lvl1pPr>
          </a:lstStyle>
          <a:p>
            <a:pPr lvl="0" algn="ctr"/>
            <a:r>
              <a:rPr lang="zh-CN" sz="1800" b="0">
                <a:solidFill>
                  <a:srgbClr val="6B6B6B"/>
                </a:solidFill>
                <a:latin typeface="Arial"/>
                <a:ea typeface="PingFang SC"/>
              </a:rPr>
              <a:t>改前工作方式</a:t>
            </a:r>
          </a:p>
        </p:txBody>
      </p:sp>
      <p:sp>
        <p:nvSpPr>
          <p:cNvPr id="28" name="After Content"/>
          <p:cNvSpPr txBox="1">
            <a:spLocks noGrp="1"/>
          </p:cNvSpPr>
          <p:nvPr>
            <p:ph type="body" idx="14" hasCustomPrompt="1"/>
          </p:nvPr>
        </p:nvSpPr>
        <p:spPr>
          <a:xfrm>
            <a:off x="6419088" y="2212848"/>
            <a:ext cx="5166360" cy="2734056"/>
          </a:xfrm>
          <a:prstGeom prst="rect">
            <a:avLst/>
          </a:prstGeom>
          <a:noFill/>
          <a:ln w="12700">
            <a:noFill/>
          </a:ln>
        </p:spPr>
        <p:txBody>
          <a:bodyPr wrap="none" anchor="ctr" lIns="54864" rIns="54864" tIns="0" bIns="0">
            <a:noAutofit/>
          </a:bodyPr>
          <a:lstStyle>
            <a:lvl1pPr marL="0" indent="0" algn="ctr">
              <a:buNone/>
              <a:defRPr sz="1800" b="0">
                <a:solidFill>
                  <a:srgbClr val="6B6B6B"/>
                </a:solidFill>
                <a:latin typeface="Arial"/>
                <a:ea typeface="PingFang SC"/>
              </a:defRPr>
            </a:lvl1pPr>
          </a:lstStyle>
          <a:p>
            <a:pPr lvl="0" algn="ctr"/>
            <a:r>
              <a:rPr lang="zh-CN" sz="1800" b="0">
                <a:solidFill>
                  <a:srgbClr val="6B6B6B"/>
                </a:solidFill>
                <a:latin typeface="Arial"/>
                <a:ea typeface="PingFang SC"/>
              </a:rPr>
              <a:t>改后工作方式</a:t>
            </a:r>
          </a:p>
        </p:txBody>
      </p:sp>
      <p:sp>
        <p:nvSpPr>
          <p:cNvPr id="29" name="Before Caption"/>
          <p:cNvSpPr txBox="1">
            <a:spLocks noGrp="1"/>
          </p:cNvSpPr>
          <p:nvPr>
            <p:ph type="body" idx="15" hasCustomPrompt="1"/>
          </p:nvPr>
        </p:nvSpPr>
        <p:spPr>
          <a:xfrm>
            <a:off x="557784" y="5093208"/>
            <a:ext cx="5303520" cy="530352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54864" rIns="54864" tIns="0" bIns="0">
            <a:noAutofit/>
          </a:bodyPr>
          <a:lstStyle>
            <a:lvl1pPr marL="0" indent="0" algn="l">
              <a:buNone/>
              <a:defRPr sz="1600" b="1">
                <a:solidFill>
                  <a:srgbClr val="1A1A1A"/>
                </a:solidFill>
                <a:latin typeface="Arial"/>
                <a:ea typeface="PingFang SC"/>
              </a:defRPr>
            </a:lvl1pPr>
          </a:lstStyle>
          <a:p>
            <a:pPr lvl="0" algn="l"/>
            <a:r>
              <a:rPr lang="zh-CN" sz="1600" b="1">
                <a:solidFill>
                  <a:srgbClr val="1A1A1A"/>
                </a:solidFill>
                <a:latin typeface="Arial"/>
                <a:ea typeface="PingFang SC"/>
              </a:rPr>
              <a:t>一句说明</a:t>
            </a:r>
          </a:p>
        </p:txBody>
      </p:sp>
      <p:sp>
        <p:nvSpPr>
          <p:cNvPr id="30" name="After Caption"/>
          <p:cNvSpPr txBox="1">
            <a:spLocks noGrp="1"/>
          </p:cNvSpPr>
          <p:nvPr>
            <p:ph type="body" idx="16" hasCustomPrompt="1"/>
          </p:nvPr>
        </p:nvSpPr>
        <p:spPr>
          <a:xfrm>
            <a:off x="6373368" y="5093208"/>
            <a:ext cx="5303520" cy="530352"/>
          </a:xfrm>
          <a:prstGeom prst="rect">
            <a:avLst/>
          </a:prstGeom>
          <a:noFill/>
          <a:ln w="12700">
            <a:noFill/>
          </a:ln>
        </p:spPr>
        <p:txBody>
          <a:bodyPr wrap="square" anchor="t" lIns="54864" rIns="54864" tIns="0" bIns="0">
            <a:noAutofit/>
          </a:bodyPr>
          <a:lstStyle>
            <a:lvl1pPr marL="0" indent="0" algn="l">
              <a:buNone/>
              <a:defRPr sz="1600" b="1">
                <a:solidFill>
                  <a:srgbClr val="1A1A1A"/>
                </a:solidFill>
                <a:latin typeface="Arial"/>
                <a:ea typeface="PingFang SC"/>
              </a:defRPr>
            </a:lvl1pPr>
          </a:lstStyle>
          <a:p>
            <a:pPr lvl="0" algn="l"/>
            <a:r>
              <a:rPr lang="zh-CN" sz="1600" b="1">
                <a:solidFill>
                  <a:srgbClr val="1A1A1A"/>
                </a:solidFill>
                <a:latin typeface="Arial"/>
                <a:ea typeface="PingFang SC"/>
              </a:rPr>
              <a:t>一句说明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015 template">
  <a:themeElements>
    <a:clrScheme name="Design Red sRGB R-219 G-1 B-28">
      <a:dk1>
        <a:srgbClr val="000000"/>
      </a:dk1>
      <a:lt1>
        <a:srgbClr val="FFFFFF"/>
      </a:lt1>
      <a:dk2>
        <a:srgbClr val="DB011C"/>
      </a:dk2>
      <a:lt2>
        <a:srgbClr val="EEECE1"/>
      </a:lt2>
      <a:accent1>
        <a:srgbClr val="DB011C"/>
      </a:accent1>
      <a:accent2>
        <a:srgbClr val="FDBC18"/>
      </a:accent2>
      <a:accent3>
        <a:srgbClr val="2459AF"/>
      </a:accent3>
      <a:accent4>
        <a:srgbClr val="DA5E00"/>
      </a:accent4>
      <a:accent5>
        <a:srgbClr val="002563"/>
      </a:accent5>
      <a:accent6>
        <a:srgbClr val="DB011C"/>
      </a:accent6>
      <a:hlink>
        <a:srgbClr val="1A4283"/>
      </a:hlink>
      <a:folHlink>
        <a:srgbClr val="595959"/>
      </a:folHlink>
    </a:clrScheme>
    <a:fontScheme name="Milwaukee Tool">
      <a:majorFont>
        <a:latin typeface="Arial Black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>
    <a:extraClrScheme>
      <a:clrScheme name="Blank Presentatio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713E39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BBAFAE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Presentation3" id="{2AA0E91C-229F-4747-BB2F-D29E0248232D}" vid="{3CC085D5-A704-1A4A-8B73-A9C5DF27ADD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3F85DA7-2483-AA4D-B923-1B659AF6C879}">
  <we:reference id="wa200006067" version="1.0.0.9" store="en-US" storeType="OMEX"/>
  <we:alternateReferences>
    <we:reference id="WA200006067" version="1.0.0.9" store="" storeType="OMEX"/>
  </we:alternateReferences>
  <we:properties/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776AB20B58D654AA06DE8E33932FA8A" ma:contentTypeVersion="4" ma:contentTypeDescription="Create a new document." ma:contentTypeScope="" ma:versionID="f9465beadc2976007956fe639b04060b">
  <xsd:schema xmlns:xsd="http://www.w3.org/2001/XMLSchema" xmlns:xs="http://www.w3.org/2001/XMLSchema" xmlns:p="http://schemas.microsoft.com/office/2006/metadata/properties" xmlns:ns2="beb76b56-07f3-441d-bfae-cb7ae3539b9d" targetNamespace="http://schemas.microsoft.com/office/2006/metadata/properties" ma:root="true" ma:fieldsID="84c91895f88d411f3e646afb8fff1bc2" ns2:_="">
    <xsd:import namespace="beb76b56-07f3-441d-bfae-cb7ae3539b9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eb76b56-07f3-441d-bfae-cb7ae3539b9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43ABD3D-B5BD-4AE7-B129-0369CC1AD61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713778A-D8AB-4A26-96C0-9AA1E481D6B7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25C26B5C-0AE5-4871-8284-7F12DDB8F95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eb76b56-07f3-441d-bfae-cb7ae3539b9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39</TotalTime>
  <Words>2</Words>
  <Application>Microsoft Macintosh PowerPoint</Application>
  <PresentationFormat>Widescreen</PresentationFormat>
  <Paragraphs>1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Arial Black</vt:lpstr>
      <vt:lpstr>Calibri</vt:lpstr>
      <vt:lpstr>Wingdings</vt:lpstr>
      <vt:lpstr>2015 template</vt:lpstr>
      <vt:lpstr>PowerPoint Presentation</vt:lpstr>
      <vt:lpstr>PowerPoint Presentation</vt:lpstr>
      <vt:lpstr>PowerPoint Presentation</vt:lpstr>
      <vt:lpstr>工作方式对比</vt:lpstr>
    </vt:vector>
  </TitlesOfParts>
  <Company>Milwaukee Tool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Wattenbach, Brian</dc:creator>
  <cp:lastModifiedBy>逸韬 王</cp:lastModifiedBy>
  <cp:revision>7</cp:revision>
  <dcterms:created xsi:type="dcterms:W3CDTF">2025-03-12T16:17:19Z</dcterms:created>
  <dcterms:modified xsi:type="dcterms:W3CDTF">2026-05-20T02:28:11Z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0x010100B776AB20B58D654AA06DE8E33932FA8A</vt:lpwstr>
  </property>
</Properties>
</file>