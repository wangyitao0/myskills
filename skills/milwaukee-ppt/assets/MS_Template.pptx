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sldIdLst>
    <p:sldId id="261" r:id="rId5"/>
    <p:sldId id="259" r:id="rId6"/>
    <p:sldId id="29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01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927820-B03C-435F-9827-65C866EC7EBE}" v="1" dt="2026-02-25T03:10:53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Wang Yi Tao (CN.MS-PIE) 王逸韬" userId="f2478d3e-731c-412b-9573-d7d8a124d225" providerId="ADAL" clId="{494E8C11-4D4E-4C2B-A295-50700AB3EC1D}"/>
    <pc:docChg chg="modSld delMainMaster">
      <pc:chgData name="David Wang Yi Tao (CN.MS-PIE) 王逸韬" userId="f2478d3e-731c-412b-9573-d7d8a124d225" providerId="ADAL" clId="{494E8C11-4D4E-4C2B-A295-50700AB3EC1D}" dt="2026-02-25T03:10:53.856" v="1"/>
      <pc:docMkLst>
        <pc:docMk/>
      </pc:docMkLst>
      <pc:sldChg chg="modSp">
        <pc:chgData name="David Wang Yi Tao (CN.MS-PIE) 王逸韬" userId="f2478d3e-731c-412b-9573-d7d8a124d225" providerId="ADAL" clId="{494E8C11-4D4E-4C2B-A295-50700AB3EC1D}" dt="2026-02-25T03:10:53.856" v="1"/>
        <pc:sldMkLst>
          <pc:docMk/>
          <pc:sldMk cId="3620478631" sldId="7834"/>
        </pc:sldMkLst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2" creationId="{E229DF9C-D0AF-BD29-290D-2CFFC1707D59}"/>
          </ac:spMkLst>
        </pc:spChg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4" creationId="{14A5351C-6542-F056-BBE4-0BADA95563B9}"/>
          </ac:spMkLst>
        </pc:spChg>
      </pc:sldChg>
      <pc:sldMasterChg chg="del">
        <pc:chgData name="David Wang Yi Tao (CN.MS-PIE) 王逸韬" userId="f2478d3e-731c-412b-9573-d7d8a124d225" providerId="ADAL" clId="{494E8C11-4D4E-4C2B-A295-50700AB3EC1D}" dt="2026-02-25T03:10:51.365" v="0" actId="2696"/>
        <pc:sldMasterMkLst>
          <pc:docMk/>
          <pc:sldMasterMk cId="837834762" sldId="2147483695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CE1F36-0BB3-4986-B8DB-265880AD27DE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DB73A-935A-4257-9CC0-0C7A908313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48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63651" y="457200"/>
            <a:ext cx="752475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DB0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2636506" y="1995489"/>
            <a:ext cx="184731" cy="5027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667" dirty="0">
              <a:solidFill>
                <a:srgbClr val="000000"/>
              </a:solidFill>
            </a:endParaRPr>
          </a:p>
        </p:txBody>
      </p:sp>
      <p:grpSp>
        <p:nvGrpSpPr>
          <p:cNvPr id="6" name="Group 6"/>
          <p:cNvGrpSpPr>
            <a:grpSpLocks/>
          </p:cNvGrpSpPr>
          <p:nvPr/>
        </p:nvGrpSpPr>
        <p:grpSpPr bwMode="auto">
          <a:xfrm>
            <a:off x="2133600" y="1374776"/>
            <a:ext cx="7721600" cy="2625725"/>
            <a:chOff x="576" y="986"/>
            <a:chExt cx="4608" cy="1654"/>
          </a:xfrm>
        </p:grpSpPr>
        <p:sp>
          <p:nvSpPr>
            <p:cNvPr id="7" name="Line 7"/>
            <p:cNvSpPr>
              <a:spLocks noChangeShapeType="1"/>
            </p:cNvSpPr>
            <p:nvPr userDrawn="1"/>
          </p:nvSpPr>
          <p:spPr bwMode="auto">
            <a:xfrm>
              <a:off x="576" y="2640"/>
              <a:ext cx="4608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400" dirty="0">
                <a:solidFill>
                  <a:srgbClr val="000000"/>
                </a:solidFill>
              </a:endParaRPr>
            </a:p>
          </p:txBody>
        </p:sp>
        <p:pic>
          <p:nvPicPr>
            <p:cNvPr id="8" name="Picture 8" descr="NBHD and Logo_stacked_alt"/>
            <p:cNvPicPr>
              <a:picLocks noChangeAspect="1" noChangeArrowheads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" y="986"/>
              <a:ext cx="3744" cy="141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880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914400" y="4419600"/>
            <a:ext cx="10363200" cy="457200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90000"/>
              </a:lnSpc>
              <a:defRPr sz="29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8068" name="Rectangle 4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828800" y="4953000"/>
            <a:ext cx="8534400" cy="4572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charset="2"/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</p:spTree>
    <p:extLst>
      <p:ext uri="{BB962C8B-B14F-4D97-AF65-F5344CB8AC3E}">
        <p14:creationId xmlns:p14="http://schemas.microsoft.com/office/powerpoint/2010/main" val="3298321180"/>
      </p:ext>
    </p:extLst>
  </p:cSld>
  <p:clrMapOvr>
    <a:masterClrMapping/>
  </p:clrMapOvr>
  <p:transition>
    <p:fade thruBlk="1"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 Slide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508000" y="1295400"/>
            <a:ext cx="11379200" cy="5257800"/>
          </a:xfrm>
          <a:prstGeom prst="rect">
            <a:avLst/>
          </a:prstGeom>
        </p:spPr>
        <p:txBody>
          <a:bodyPr/>
          <a:lstStyle>
            <a:lvl1pPr marL="457189" indent="-457189">
              <a:buClr>
                <a:srgbClr val="E31937"/>
              </a:buClr>
              <a:buFont typeface="Wingdings" panose="05000000000000000000" pitchFamily="2" charset="2"/>
              <a:buChar char="§"/>
              <a:defRPr sz="3200" b="1">
                <a:latin typeface="+mn-lt"/>
              </a:defRPr>
            </a:lvl1pPr>
            <a:lvl2pPr marL="990575" indent="-380990">
              <a:buClr>
                <a:srgbClr val="E31937"/>
              </a:buClr>
              <a:buFont typeface="Wingdings" panose="05000000000000000000" pitchFamily="2" charset="2"/>
              <a:buChar char="§"/>
              <a:defRPr sz="2667">
                <a:latin typeface="+mn-lt"/>
              </a:defRPr>
            </a:lvl2pPr>
            <a:lvl3pPr marL="1523962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2400">
                <a:latin typeface="+mn-lt"/>
              </a:defRPr>
            </a:lvl3pPr>
            <a:lvl4pPr marL="2133547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4pPr>
            <a:lvl5pPr marL="2743131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63651" y="457200"/>
            <a:ext cx="7524750" cy="381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add Secondary Title</a:t>
            </a:r>
          </a:p>
          <a:p>
            <a:pPr lvl="4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3824030123"/>
      </p:ext>
    </p:extLst>
  </p:cSld>
  <p:clrMapOvr>
    <a:masterClrMapping/>
  </p:clrMapOvr>
  <p:transition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  <p:sp>
        <p:nvSpPr>
          <p:cNvPr id="87043" name="Rectangle 3"/>
          <p:cNvSpPr>
            <a:spLocks noChangeArrowheads="1"/>
          </p:cNvSpPr>
          <p:nvPr/>
        </p:nvSpPr>
        <p:spPr bwMode="auto">
          <a:xfrm>
            <a:off x="0" y="1"/>
            <a:ext cx="12192000" cy="914400"/>
          </a:xfrm>
          <a:prstGeom prst="rect">
            <a:avLst/>
          </a:prstGeom>
          <a:solidFill>
            <a:srgbClr val="DB011C"/>
          </a:solidFill>
          <a:ln w="9525">
            <a:noFill/>
            <a:miter lim="800000"/>
            <a:headEnd/>
            <a:tailEnd/>
          </a:ln>
          <a:effectLst>
            <a:outerShdw blurRad="63500" dist="26940" dir="5400000" algn="ctr" rotWithShape="0">
              <a:schemeClr val="bg2">
                <a:alpha val="75000"/>
              </a:schemeClr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sz="2400" dirty="0">
              <a:solidFill>
                <a:srgbClr val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76199"/>
            <a:ext cx="1676400" cy="75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00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7" r:id="rId2"/>
    <p:sldLayoutId id="2147483688" r:id="rId3"/>
  </p:sldLayoutIdLst>
  <p:transition>
    <p:fade thruBlk="1"/>
  </p:transition>
  <p:txStyles>
    <p:titleStyle>
      <a:lvl1pPr algn="r" rtl="0" eaLnBrk="1" fontAlgn="base" hangingPunct="1">
        <a:spcBef>
          <a:spcPct val="0"/>
        </a:spcBef>
        <a:spcAft>
          <a:spcPct val="0"/>
        </a:spcAft>
        <a:defRPr sz="3200" b="1" baseline="0">
          <a:solidFill>
            <a:srgbClr val="F3F3F3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5pPr>
      <a:lvl6pPr marL="609585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6pPr>
      <a:lvl7pPr marL="1219170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7pPr>
      <a:lvl8pPr marL="1828754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8pPr>
      <a:lvl9pPr marL="2438339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9pPr>
    </p:titleStyle>
    <p:bodyStyle>
      <a:lvl1pPr marL="457189" indent="-457189" algn="l" rtl="0" eaLnBrk="1" fontAlgn="base" hangingPunct="1">
        <a:spcBef>
          <a:spcPct val="20000"/>
        </a:spcBef>
        <a:spcAft>
          <a:spcPct val="0"/>
        </a:spcAft>
        <a:buClr>
          <a:srgbClr val="C2112D"/>
        </a:buClr>
        <a:buSzPct val="120000"/>
        <a:buFont typeface="Wingdings" charset="2"/>
        <a:buChar char="§"/>
        <a:defRPr sz="3733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990575" indent="-380990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3200">
          <a:solidFill>
            <a:schemeClr val="tx1"/>
          </a:solidFill>
          <a:latin typeface="Calibri" panose="020F0502020204030204" pitchFamily="34" charset="0"/>
          <a:ea typeface="+mn-ea"/>
        </a:defRPr>
      </a:lvl2pPr>
      <a:lvl3pPr marL="1523962" indent="-304792" algn="l" rtl="0" eaLnBrk="1" fontAlgn="base" hangingPunct="1">
        <a:spcBef>
          <a:spcPct val="20000"/>
        </a:spcBef>
        <a:spcAft>
          <a:spcPct val="0"/>
        </a:spcAft>
        <a:buClr>
          <a:srgbClr val="E31937"/>
        </a:buClr>
        <a:buSzPct val="120000"/>
        <a:buFont typeface="Wingdings" charset="2"/>
        <a:buChar char="§"/>
        <a:defRPr sz="2667">
          <a:solidFill>
            <a:schemeClr val="tx1"/>
          </a:solidFill>
          <a:latin typeface="Calibri" panose="020F0502020204030204" pitchFamily="34" charset="0"/>
          <a:ea typeface="+mn-ea"/>
        </a:defRPr>
      </a:lvl3pPr>
      <a:lvl4pPr marL="2133547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4pPr>
      <a:lvl5pPr marL="274313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5pPr>
      <a:lvl6pPr marL="335271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6pPr>
      <a:lvl7pPr marL="396230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7pPr>
      <a:lvl8pPr marL="457188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8pPr>
      <a:lvl9pPr marL="5181470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957ACD-35D2-BBE4-14C0-1BE0B22AA5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68AB88D-802B-F1B6-FF6E-1D5B255B7788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55158"/>
      </p:ext>
    </p:extLst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669809-1125-44EB-B1DA-151315EDE4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6B946A-BEB7-4EAC-BE79-B483635C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32903"/>
      </p:ext>
    </p:extLst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E02E-C764-F387-0497-250FC4F2C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79A0B8-7309-41B4-4E2E-61A7D419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TextBox 62">
            <a:extLst>
              <a:ext uri="{FF2B5EF4-FFF2-40B4-BE49-F238E27FC236}">
                <a16:creationId xmlns:a16="http://schemas.microsoft.com/office/drawing/2014/main" id="{48CD465D-9BFB-D0BC-2EE4-A2701DA3F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575" y="5579048"/>
            <a:ext cx="11874874" cy="897952"/>
          </a:xfrm>
          <a:prstGeom prst="rect">
            <a:avLst/>
          </a:prstGeom>
          <a:solidFill>
            <a:srgbClr val="C0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342900" indent="-342900" eaLnBrk="0" hangingPunct="0">
              <a:lnSpc>
                <a:spcPct val="150000"/>
              </a:lnSpc>
              <a:buFont typeface="Wingdings" panose="05000000000000000000" pitchFamily="2" charset="2"/>
              <a:buChar char="v"/>
              <a:defRPr sz="1400" b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57884537"/>
      </p:ext>
    </p:extLst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2015 template">
  <a:themeElements>
    <a:clrScheme name="Design Red sRGB R-219 G-1 B-28">
      <a:dk1>
        <a:srgbClr val="000000"/>
      </a:dk1>
      <a:lt1>
        <a:srgbClr val="FFFFFF"/>
      </a:lt1>
      <a:dk2>
        <a:srgbClr val="DB011C"/>
      </a:dk2>
      <a:lt2>
        <a:srgbClr val="EEECE1"/>
      </a:lt2>
      <a:accent1>
        <a:srgbClr val="DB011C"/>
      </a:accent1>
      <a:accent2>
        <a:srgbClr val="FDBC18"/>
      </a:accent2>
      <a:accent3>
        <a:srgbClr val="2459AF"/>
      </a:accent3>
      <a:accent4>
        <a:srgbClr val="DA5E00"/>
      </a:accent4>
      <a:accent5>
        <a:srgbClr val="002563"/>
      </a:accent5>
      <a:accent6>
        <a:srgbClr val="DB011C"/>
      </a:accent6>
      <a:hlink>
        <a:srgbClr val="1A4283"/>
      </a:hlink>
      <a:folHlink>
        <a:srgbClr val="595959"/>
      </a:folHlink>
    </a:clrScheme>
    <a:fontScheme name="Milwaukee Too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3" id="{2AA0E91C-229F-4747-BB2F-D29E0248232D}" vid="{3CC085D5-A704-1A4A-8B73-A9C5DF27ADD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3F85DA7-2483-AA4D-B923-1B659AF6C879}">
  <we:reference id="wa200006067" version="1.0.0.9" store="en-US" storeType="OMEX"/>
  <we:alternateReferences>
    <we:reference id="WA200006067" version="1.0.0.9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76AB20B58D654AA06DE8E33932FA8A" ma:contentTypeVersion="4" ma:contentTypeDescription="Create a new document." ma:contentTypeScope="" ma:versionID="f9465beadc2976007956fe639b04060b">
  <xsd:schema xmlns:xsd="http://www.w3.org/2001/XMLSchema" xmlns:xs="http://www.w3.org/2001/XMLSchema" xmlns:p="http://schemas.microsoft.com/office/2006/metadata/properties" xmlns:ns2="beb76b56-07f3-441d-bfae-cb7ae3539b9d" targetNamespace="http://schemas.microsoft.com/office/2006/metadata/properties" ma:root="true" ma:fieldsID="84c91895f88d411f3e646afb8fff1bc2" ns2:_="">
    <xsd:import namespace="beb76b56-07f3-441d-bfae-cb7ae3539b9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b76b56-07f3-441d-bfae-cb7ae3539b9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3ABD3D-B5BD-4AE7-B129-0369CC1AD61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713778A-D8AB-4A26-96C0-9AA1E481D6B7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5C26B5C-0AE5-4871-8284-7F12DDB8F9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b76b56-07f3-441d-bfae-cb7ae3539b9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2</Words>
  <Application>Microsoft Macintosh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Arial Black</vt:lpstr>
      <vt:lpstr>Calibri</vt:lpstr>
      <vt:lpstr>Wingdings</vt:lpstr>
      <vt:lpstr>2015 template</vt:lpstr>
      <vt:lpstr>PowerPoint Presentation</vt:lpstr>
      <vt:lpstr>PowerPoint Presentation</vt:lpstr>
      <vt:lpstr>PowerPoint Presentation</vt:lpstr>
    </vt:vector>
  </TitlesOfParts>
  <Company>Milwaukee Tool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Wattenbach, Brian</dc:creator>
  <cp:lastModifiedBy>逸韬 王</cp:lastModifiedBy>
  <cp:revision>7</cp:revision>
  <dcterms:created xsi:type="dcterms:W3CDTF">2025-03-12T16:17:19Z</dcterms:created>
  <dcterms:modified xsi:type="dcterms:W3CDTF">2026-05-20T02:28:11Z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0x010100B776AB20B58D654AA06DE8E33932FA8A</vt:lpwstr>
  </property>
</Properties>
</file>