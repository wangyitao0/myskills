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来料检验记录电子化 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A 车间 8 周试点复盘 · 虚构示例数据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00000"/>
                </a:solidFill>
                <a:latin typeface="Arial"/>
              </a:rPr>
              <a:t>项目背景 /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Arial"/>
              </a:rPr>
              <a:t>纸质记录需二次录入，批次结论依赖人工查找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85800"/>
            <a:ext cx="11155680" cy="32004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纸质记录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检验结果填写在纸质检验单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9584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下班录入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检验员每天下班前录入 Excel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655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周五汇总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每周五手工整理供应商质量周报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53728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批次查询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供应商问询时翻找纸质检验单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" y="5376672"/>
            <a:ext cx="11878056" cy="1097280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原流程包含纸质记录、二次录入、周度汇总和人工查询四个环节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00000"/>
                </a:solidFill>
                <a:latin typeface="Arial"/>
              </a:rPr>
              <a:t>项目目标 /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Arial"/>
              </a:rPr>
              <a:t>检验结果一次录入，提交后直接形成电子记录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85800"/>
            <a:ext cx="11155680" cy="32004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平板填写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检验员现场填写电子检验单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9584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照片上传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不良品照片随检验记录提交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655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提交入库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电子检验单提交后直接入库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331720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53728" y="2075688"/>
            <a:ext cx="457200" cy="457200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396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0000"/>
                </a:solidFill>
                <a:latin typeface="Arial"/>
              </a:rPr>
              <a:t>周报生成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127248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系统按周自动生成供应商质量周报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" y="5376672"/>
            <a:ext cx="11878056" cy="1097280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新流程将检验记录、照片和周报数据保存在同一电子流程中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00000"/>
                </a:solidFill>
                <a:latin typeface="Arial"/>
              </a:rPr>
              <a:t>应用场景 /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Arial"/>
              </a:rPr>
              <a:t>A 车间检验员于 5 月全部切换电子检验单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85800"/>
            <a:ext cx="11155680" cy="32004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6464"/>
                </a:solidFill>
                <a:latin typeface="Arial"/>
              </a:rPr>
              <a:t>A 车间来料检验记录采用相同业务范围进行改前改后对比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0000"/>
                </a:solidFill>
                <a:latin typeface="Arial"/>
              </a:rPr>
              <a:t>纸质检验单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7860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rial"/>
              </a:rPr>
              <a:t>检验员填写纸质检验单，下班前再录入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检验结果经过纸质记录和 Excel 二次录入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0000"/>
                </a:solidFill>
                <a:latin typeface="Arial"/>
              </a:rPr>
              <a:t>电子检验单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224028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6" y="257860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rial"/>
              </a:rPr>
              <a:t>检验员用平板填写，提交后检验记录直接入库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检验结果一次填写并形成电子记录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5376672"/>
            <a:ext cx="11878056" cy="1097280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 车间全部检验员已切换为平板填写电子检验单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00000"/>
                </a:solidFill>
                <a:latin typeface="Arial"/>
              </a:rPr>
              <a:t>项目节点 /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Arial"/>
              </a:rPr>
              <a:t>3 月立项，6 月完成 8 周试点复盘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85800"/>
            <a:ext cx="11155680" cy="32004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2377440" cy="109728"/>
          </a:xfrm>
          <a:prstGeom prst="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rial"/>
              </a:rPr>
              <a:t>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rial"/>
              </a:rPr>
              <a:t>项目立项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确定 A 车间试点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0000"/>
                </a:solidFill>
                <a:latin typeface="Arial"/>
              </a:rPr>
              <a:t>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920240"/>
            <a:ext cx="2377440" cy="109728"/>
          </a:xfrm>
          <a:prstGeom prst="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rial"/>
              </a:rPr>
              <a:t>Apr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rial"/>
              </a:rPr>
              <a:t>上线试用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电子检验单开放试用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0000"/>
                </a:solidFill>
                <a:latin typeface="Arial"/>
              </a:rPr>
              <a:t>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2377440" cy="109728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0000"/>
                </a:solidFill>
                <a:latin typeface="Arial"/>
              </a:rPr>
              <a:t>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rial"/>
              </a:rPr>
              <a:t>全员切换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A 车间全部检验员切换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0000"/>
                </a:solidFill>
                <a:latin typeface="Arial"/>
              </a:rPr>
              <a:t>完成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920240"/>
            <a:ext cx="2377440" cy="109728"/>
          </a:xfrm>
          <a:prstGeom prst="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rial"/>
              </a:rPr>
              <a:t>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rial"/>
              </a:rPr>
              <a:t>试点复盘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完成 8 周数据复盘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0000"/>
                </a:solidFill>
                <a:latin typeface="Arial"/>
              </a:rPr>
              <a:t>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" y="5376672"/>
            <a:ext cx="11878056" cy="1097280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项目从 3 月立项推进至 6 月完成 8 周试点复盘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00000"/>
                </a:solidFill>
                <a:latin typeface="Arial"/>
              </a:rPr>
              <a:t>行动与成果 /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Arial"/>
              </a:rPr>
              <a:t>8 周完成 2,360 张电子检验单，录入降至约 1.5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85800"/>
            <a:ext cx="11155680" cy="32004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6464"/>
                </a:solidFill>
                <a:latin typeface="Arial"/>
              </a:rPr>
              <a:t>电子检验单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00000"/>
                </a:solidFill>
                <a:latin typeface="Arial"/>
              </a:rPr>
              <a:t>2,360 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rial"/>
              </a:rPr>
              <a:t>试点期间检验单全部电子化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6464"/>
                </a:solidFill>
                <a:latin typeface="Arial"/>
              </a:rPr>
              <a:t>单张录入用时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2323"/>
                </a:solidFill>
                <a:latin typeface="Arial"/>
              </a:rPr>
              <a:t>约 1.5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82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rial"/>
              </a:rPr>
              <a:t>改前约 4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6464"/>
                </a:solidFill>
                <a:latin typeface="Arial"/>
              </a:rPr>
              <a:t>试点周期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2323"/>
                </a:solidFill>
                <a:latin typeface="Arial"/>
              </a:rPr>
              <a:t>8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25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rial"/>
              </a:rPr>
              <a:t>A 车间完成试点复盘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143000"/>
            <a:ext cx="36576" cy="361188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23444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00000"/>
                </a:solidFill>
                <a:latin typeface="Arial"/>
              </a:rPr>
              <a:t>试点结论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874519"/>
            <a:ext cx="329184" cy="329184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1920240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18288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检验记录提交后直接入库，不再下班前二次录入 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2633472"/>
            <a:ext cx="329184" cy="329184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267919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2587752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单张检验单录入用时从约 4 分钟降至约 1.5 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392424"/>
            <a:ext cx="329184" cy="329184"/>
          </a:xfrm>
          <a:prstGeom prst="round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438144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7952" y="3346704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不良率数据仍在核对，未纳入本次结果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463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口径：A 车间 8 周试点数据；不良率数据暂未纳入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" y="5376672"/>
            <a:ext cx="11878056" cy="1097280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试点 8 周完成 2,360 张电子检验单，单张录入用时从约 4 分钟降至约 1.5 分钟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00000"/>
                </a:solidFill>
                <a:latin typeface="Arial"/>
              </a:rPr>
              <a:t>周报方式 /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Arial"/>
              </a:rPr>
              <a:t>供应商质量周报由周五手工汇总改为周一自动生成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85800"/>
            <a:ext cx="11155680" cy="32004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6464"/>
                </a:solidFill>
                <a:latin typeface="Arial"/>
              </a:rPr>
              <a:t>对比对象均为 A 车间供应商质量周报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0000"/>
                </a:solidFill>
                <a:latin typeface="Arial"/>
              </a:rPr>
              <a:t>周五手工汇总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7860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rial"/>
              </a:rPr>
              <a:t>检验员每周五从 Excel 汇总供应商质量数据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周报依赖周五人工整理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0000"/>
                </a:solidFill>
                <a:latin typeface="Arial"/>
              </a:rPr>
              <a:t>周一自动生成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224028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6" y="257860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rial"/>
              </a:rPr>
              <a:t>系统基于电子检验记录每周一自动生成供应商质量周报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Arial"/>
              </a:rPr>
              <a:t>周报由系统按固定周期生成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5376672"/>
            <a:ext cx="11878056" cy="1097280"/>
          </a:xfrm>
          <a:prstGeom prst="rect">
            <a:avLst/>
          </a:prstGeom>
          <a:solidFill>
            <a:srgbClr val="D00000"/>
          </a:solidFill>
          <a:ln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供应商质量周报已从每周五手工汇总切换为每周一自动生成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David Wang Yi Tao (CN.MS-PIE) 王逸韬</dc:creator>
  <lastModifiedBy>David Wang Yi Tao (CN.MS-PIE) 王逸韬</lastModifiedBy>
  <revision>7</revision>
  <dcterms:created xsi:type="dcterms:W3CDTF">2026-10-14T04:40:26.0977062Z</dcterms:created>
  <dcterms:modified xsi:type="dcterms:W3CDTF">2026-10-14T04:40:26.0977062Z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